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10DFF4-E433-4B72-82E0-BCB1733CA2CB}" type="doc">
      <dgm:prSet loTypeId="urn:microsoft.com/office/officeart/2005/8/layout/matrix1" loCatId="matrix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ABAADD6-3DBE-4BF0-9E94-309D677A999E}">
      <dgm:prSet phldrT="[Text]" phldr="0"/>
      <dgm:spPr/>
      <dgm:t>
        <a:bodyPr/>
        <a:lstStyle/>
        <a:p>
          <a:r>
            <a:rPr lang="en-US"/>
            <a:t>Interfaces</a:t>
          </a:r>
        </a:p>
      </dgm:t>
    </dgm:pt>
    <dgm:pt modelId="{69756D47-6EF4-4B3A-8988-9B9A03BEF4CF}" type="parTrans" cxnId="{D2C18017-899B-449F-BA7A-654C4486CA15}">
      <dgm:prSet/>
      <dgm:spPr/>
      <dgm:t>
        <a:bodyPr/>
        <a:lstStyle/>
        <a:p>
          <a:endParaRPr lang="en-US"/>
        </a:p>
      </dgm:t>
    </dgm:pt>
    <dgm:pt modelId="{0258F598-E729-4D7E-929D-0140173D554E}" type="sibTrans" cxnId="{D2C18017-899B-449F-BA7A-654C4486CA15}">
      <dgm:prSet/>
      <dgm:spPr/>
      <dgm:t>
        <a:bodyPr/>
        <a:lstStyle/>
        <a:p>
          <a:endParaRPr lang="en-US"/>
        </a:p>
      </dgm:t>
    </dgm:pt>
    <dgm:pt modelId="{3AC9EA66-E168-4239-9CB6-6CE3C63D3119}">
      <dgm:prSet phldrT="[Text]" phldr="0"/>
      <dgm:spPr/>
      <dgm:t>
        <a:bodyPr/>
        <a:lstStyle/>
        <a:p>
          <a:pPr algn="ctr"/>
          <a:r>
            <a:rPr lang="en-US" dirty="0"/>
            <a:t>Landowner</a:t>
          </a:r>
        </a:p>
      </dgm:t>
    </dgm:pt>
    <dgm:pt modelId="{3CECFA63-CE28-4BF0-8394-0FDDFBB2DE29}" type="parTrans" cxnId="{73E6ABBE-1E8E-4B59-AD60-0B56F5BD0B55}">
      <dgm:prSet/>
      <dgm:spPr/>
      <dgm:t>
        <a:bodyPr/>
        <a:lstStyle/>
        <a:p>
          <a:endParaRPr lang="en-US"/>
        </a:p>
      </dgm:t>
    </dgm:pt>
    <dgm:pt modelId="{BB68C441-F214-4C74-B9F8-944661257AEA}" type="sibTrans" cxnId="{73E6ABBE-1E8E-4B59-AD60-0B56F5BD0B55}">
      <dgm:prSet/>
      <dgm:spPr/>
      <dgm:t>
        <a:bodyPr/>
        <a:lstStyle/>
        <a:p>
          <a:endParaRPr lang="en-US"/>
        </a:p>
      </dgm:t>
    </dgm:pt>
    <dgm:pt modelId="{00F924B4-845F-4A2B-945A-DC87137D38D9}">
      <dgm:prSet phldrT="[Text]" phldr="0"/>
      <dgm:spPr/>
      <dgm:t>
        <a:bodyPr/>
        <a:lstStyle/>
        <a:p>
          <a:pPr algn="ctr"/>
          <a:r>
            <a:rPr lang="en-US" dirty="0"/>
            <a:t>Land Agent</a:t>
          </a:r>
        </a:p>
      </dgm:t>
    </dgm:pt>
    <dgm:pt modelId="{9FC03666-A27E-4618-8E11-4C0D371ACE5E}" type="parTrans" cxnId="{61926135-403D-4236-BBBE-2F84412F3468}">
      <dgm:prSet/>
      <dgm:spPr/>
      <dgm:t>
        <a:bodyPr/>
        <a:lstStyle/>
        <a:p>
          <a:endParaRPr lang="en-US"/>
        </a:p>
      </dgm:t>
    </dgm:pt>
    <dgm:pt modelId="{6E05D2C4-9F88-4F3C-BD6A-15D1D2301BBF}" type="sibTrans" cxnId="{61926135-403D-4236-BBBE-2F84412F3468}">
      <dgm:prSet/>
      <dgm:spPr/>
      <dgm:t>
        <a:bodyPr/>
        <a:lstStyle/>
        <a:p>
          <a:endParaRPr lang="en-US"/>
        </a:p>
      </dgm:t>
    </dgm:pt>
    <dgm:pt modelId="{C3CB75BC-CF90-4A5E-92F5-4D7B5DBC8A79}">
      <dgm:prSet phldrT="[Text]" phldr="0"/>
      <dgm:spPr/>
      <dgm:t>
        <a:bodyPr/>
        <a:lstStyle/>
        <a:p>
          <a:pPr algn="l"/>
          <a:r>
            <a:rPr lang="en-US" dirty="0"/>
            <a:t>Parcel/Property Listing</a:t>
          </a:r>
        </a:p>
      </dgm:t>
    </dgm:pt>
    <dgm:pt modelId="{C9343CB0-DD90-4AC6-ABA4-3342B92B608B}" type="parTrans" cxnId="{DA803446-AABF-4375-9F0F-A04B80BC8584}">
      <dgm:prSet/>
      <dgm:spPr/>
      <dgm:t>
        <a:bodyPr/>
        <a:lstStyle/>
        <a:p>
          <a:endParaRPr lang="en-US"/>
        </a:p>
      </dgm:t>
    </dgm:pt>
    <dgm:pt modelId="{34427339-AB62-4BC4-AE00-C3385C209C7C}" type="sibTrans" cxnId="{DA803446-AABF-4375-9F0F-A04B80BC8584}">
      <dgm:prSet/>
      <dgm:spPr/>
      <dgm:t>
        <a:bodyPr/>
        <a:lstStyle/>
        <a:p>
          <a:endParaRPr lang="en-US"/>
        </a:p>
      </dgm:t>
    </dgm:pt>
    <dgm:pt modelId="{C6559EF1-C5A0-426C-B42C-736C74025FAF}">
      <dgm:prSet phldrT="[Text]"/>
      <dgm:spPr/>
      <dgm:t>
        <a:bodyPr/>
        <a:lstStyle/>
        <a:p>
          <a:pPr algn="ctr"/>
          <a:r>
            <a:rPr lang="en-US" dirty="0"/>
            <a:t>In-House Counsel </a:t>
          </a:r>
        </a:p>
        <a:p>
          <a:pPr algn="ctr"/>
          <a:r>
            <a:rPr lang="en-US" dirty="0"/>
            <a:t>(Can also view anything done by Outside Counsel)</a:t>
          </a:r>
        </a:p>
      </dgm:t>
    </dgm:pt>
    <dgm:pt modelId="{52E3D3CF-4501-4B20-AE6F-4A3FDA6A02F6}" type="parTrans" cxnId="{A41C1196-55B4-4C9E-B588-3A49CEC94635}">
      <dgm:prSet/>
      <dgm:spPr/>
      <dgm:t>
        <a:bodyPr/>
        <a:lstStyle/>
        <a:p>
          <a:endParaRPr lang="en-US"/>
        </a:p>
      </dgm:t>
    </dgm:pt>
    <dgm:pt modelId="{608BA94C-A85A-4D68-800A-260D79B4321B}" type="sibTrans" cxnId="{A41C1196-55B4-4C9E-B588-3A49CEC94635}">
      <dgm:prSet/>
      <dgm:spPr/>
      <dgm:t>
        <a:bodyPr/>
        <a:lstStyle/>
        <a:p>
          <a:endParaRPr lang="en-US"/>
        </a:p>
      </dgm:t>
    </dgm:pt>
    <dgm:pt modelId="{38B668B5-7C4D-4D8F-A7D6-B2D27F6479A6}">
      <dgm:prSet phldrT="[Text]" phldr="0"/>
      <dgm:spPr/>
      <dgm:t>
        <a:bodyPr/>
        <a:lstStyle/>
        <a:p>
          <a:pPr algn="just"/>
          <a:r>
            <a:rPr lang="en-US" dirty="0"/>
            <a:t>General Project Info</a:t>
          </a:r>
        </a:p>
      </dgm:t>
    </dgm:pt>
    <dgm:pt modelId="{E69B3553-C693-477C-9C02-91D96CDAED05}" type="parTrans" cxnId="{880BDD7A-DAD7-4E78-B41F-E56EB2013ADA}">
      <dgm:prSet/>
      <dgm:spPr/>
      <dgm:t>
        <a:bodyPr/>
        <a:lstStyle/>
        <a:p>
          <a:endParaRPr lang="en-US"/>
        </a:p>
      </dgm:t>
    </dgm:pt>
    <dgm:pt modelId="{D656C5CC-2724-4F23-9672-F554EAF22E9A}" type="sibTrans" cxnId="{880BDD7A-DAD7-4E78-B41F-E56EB2013ADA}">
      <dgm:prSet/>
      <dgm:spPr/>
      <dgm:t>
        <a:bodyPr/>
        <a:lstStyle/>
        <a:p>
          <a:endParaRPr lang="en-US"/>
        </a:p>
      </dgm:t>
    </dgm:pt>
    <dgm:pt modelId="{07CB4EAC-16D6-4CFE-8AD6-0DA264B93D92}">
      <dgm:prSet phldrT="[Text]" phldr="0"/>
      <dgm:spPr/>
      <dgm:t>
        <a:bodyPr/>
        <a:lstStyle/>
        <a:p>
          <a:pPr algn="just"/>
          <a:r>
            <a:rPr lang="en-US" dirty="0"/>
            <a:t>Portal to view information from utility</a:t>
          </a:r>
        </a:p>
      </dgm:t>
    </dgm:pt>
    <dgm:pt modelId="{8521C71E-EC9E-4CE2-A479-849205232992}" type="parTrans" cxnId="{BEDF6D1A-038E-42DC-9974-D0985209F937}">
      <dgm:prSet/>
      <dgm:spPr/>
      <dgm:t>
        <a:bodyPr/>
        <a:lstStyle/>
        <a:p>
          <a:endParaRPr lang="en-US"/>
        </a:p>
      </dgm:t>
    </dgm:pt>
    <dgm:pt modelId="{E7713993-60B4-4A06-891C-19C48D480B11}" type="sibTrans" cxnId="{BEDF6D1A-038E-42DC-9974-D0985209F937}">
      <dgm:prSet/>
      <dgm:spPr/>
      <dgm:t>
        <a:bodyPr/>
        <a:lstStyle/>
        <a:p>
          <a:endParaRPr lang="en-US"/>
        </a:p>
      </dgm:t>
    </dgm:pt>
    <dgm:pt modelId="{E3238611-49CC-4B83-91C2-0DAFD74448BF}">
      <dgm:prSet phldrT="[Text]" phldr="0"/>
      <dgm:spPr/>
      <dgm:t>
        <a:bodyPr/>
        <a:lstStyle/>
        <a:p>
          <a:pPr algn="just"/>
          <a:r>
            <a:rPr lang="en-US" dirty="0"/>
            <a:t>Ability to upload information to the Utility</a:t>
          </a:r>
        </a:p>
      </dgm:t>
    </dgm:pt>
    <dgm:pt modelId="{77577018-87F3-44E8-A7E5-464CBE24C55A}" type="parTrans" cxnId="{2736F5C2-563E-4832-AD1D-445881F1DF98}">
      <dgm:prSet/>
      <dgm:spPr/>
      <dgm:t>
        <a:bodyPr/>
        <a:lstStyle/>
        <a:p>
          <a:endParaRPr lang="en-US"/>
        </a:p>
      </dgm:t>
    </dgm:pt>
    <dgm:pt modelId="{781985B2-C3E1-47EB-8D0D-3A7C0FC92B1C}" type="sibTrans" cxnId="{2736F5C2-563E-4832-AD1D-445881F1DF98}">
      <dgm:prSet/>
      <dgm:spPr/>
      <dgm:t>
        <a:bodyPr/>
        <a:lstStyle/>
        <a:p>
          <a:endParaRPr lang="en-US"/>
        </a:p>
      </dgm:t>
    </dgm:pt>
    <dgm:pt modelId="{06BCD568-9BA2-4571-8F1F-D44CB4783D72}">
      <dgm:prSet phldrT="[Text]" phldr="0"/>
      <dgm:spPr/>
      <dgm:t>
        <a:bodyPr/>
        <a:lstStyle/>
        <a:p>
          <a:pPr algn="just"/>
          <a:r>
            <a:rPr lang="en-US" dirty="0"/>
            <a:t>Communication/Chat feature</a:t>
          </a:r>
        </a:p>
      </dgm:t>
    </dgm:pt>
    <dgm:pt modelId="{A8457CFB-1A0A-4455-B177-AD432355415C}" type="parTrans" cxnId="{68411BC9-6DF6-4265-9A8C-7953D2427B6C}">
      <dgm:prSet/>
      <dgm:spPr/>
      <dgm:t>
        <a:bodyPr/>
        <a:lstStyle/>
        <a:p>
          <a:endParaRPr lang="en-US"/>
        </a:p>
      </dgm:t>
    </dgm:pt>
    <dgm:pt modelId="{3C920545-F1EE-4A24-91B6-51E5D1F0666E}" type="sibTrans" cxnId="{68411BC9-6DF6-4265-9A8C-7953D2427B6C}">
      <dgm:prSet/>
      <dgm:spPr/>
      <dgm:t>
        <a:bodyPr/>
        <a:lstStyle/>
        <a:p>
          <a:endParaRPr lang="en-US"/>
        </a:p>
      </dgm:t>
    </dgm:pt>
    <dgm:pt modelId="{F0955389-D7F3-4F81-BC95-7D65FB0FA0CB}">
      <dgm:prSet phldrT="[Text]" phldr="0"/>
      <dgm:spPr/>
      <dgm:t>
        <a:bodyPr/>
        <a:lstStyle/>
        <a:p>
          <a:pPr algn="just"/>
          <a:r>
            <a:rPr lang="en-US" dirty="0"/>
            <a:t>Negotiation Portal?</a:t>
          </a:r>
        </a:p>
      </dgm:t>
    </dgm:pt>
    <dgm:pt modelId="{3F9F3F9E-9859-4A23-978E-68AB627D6384}" type="parTrans" cxnId="{FF641B97-2C3F-4941-82C4-650030E84264}">
      <dgm:prSet/>
      <dgm:spPr/>
      <dgm:t>
        <a:bodyPr/>
        <a:lstStyle/>
        <a:p>
          <a:endParaRPr lang="en-US"/>
        </a:p>
      </dgm:t>
    </dgm:pt>
    <dgm:pt modelId="{D3653FBC-B51A-4403-8446-FA2D50B4CD19}" type="sibTrans" cxnId="{FF641B97-2C3F-4941-82C4-650030E84264}">
      <dgm:prSet/>
      <dgm:spPr/>
      <dgm:t>
        <a:bodyPr/>
        <a:lstStyle/>
        <a:p>
          <a:endParaRPr lang="en-US"/>
        </a:p>
      </dgm:t>
    </dgm:pt>
    <dgm:pt modelId="{74ABF524-DE20-4612-A8DE-92BC4A018103}">
      <dgm:prSet phldrT="[Text]"/>
      <dgm:spPr/>
      <dgm:t>
        <a:bodyPr/>
        <a:lstStyle/>
        <a:p>
          <a:pPr algn="l"/>
          <a:r>
            <a:rPr lang="en-US" dirty="0"/>
            <a:t>Database of Parcels with status, identification of counsel, service contacts, target construction date, estimated eminent domain deadlines (based on target construction date), jurisdiction, litigation/settlement stages</a:t>
          </a:r>
        </a:p>
      </dgm:t>
    </dgm:pt>
    <dgm:pt modelId="{BA7117C0-92FB-4A03-929E-BF82B485E074}" type="parTrans" cxnId="{8535FB12-12D3-4F09-9415-5D2B2F37E471}">
      <dgm:prSet/>
      <dgm:spPr/>
      <dgm:t>
        <a:bodyPr/>
        <a:lstStyle/>
        <a:p>
          <a:endParaRPr lang="en-US"/>
        </a:p>
      </dgm:t>
    </dgm:pt>
    <dgm:pt modelId="{52666947-B986-4CB1-85CB-3D95A82796A6}" type="sibTrans" cxnId="{8535FB12-12D3-4F09-9415-5D2B2F37E471}">
      <dgm:prSet/>
      <dgm:spPr/>
      <dgm:t>
        <a:bodyPr/>
        <a:lstStyle/>
        <a:p>
          <a:endParaRPr lang="en-US"/>
        </a:p>
      </dgm:t>
    </dgm:pt>
    <dgm:pt modelId="{8FE7D261-E67F-40BA-A417-2BDCFAEB9828}">
      <dgm:prSet phldrT="[Text]" phldr="0"/>
      <dgm:spPr/>
      <dgm:t>
        <a:bodyPr/>
        <a:lstStyle/>
        <a:p>
          <a:pPr algn="l"/>
          <a:r>
            <a:rPr lang="en-US"/>
            <a:t>Document Repository</a:t>
          </a:r>
          <a:endParaRPr lang="en-US" dirty="0"/>
        </a:p>
      </dgm:t>
    </dgm:pt>
    <dgm:pt modelId="{721F749B-E802-49FB-82F2-1E61DF1B8196}" type="parTrans" cxnId="{7ACFFF84-1C31-4C91-81A8-93C54E828CDC}">
      <dgm:prSet/>
      <dgm:spPr/>
      <dgm:t>
        <a:bodyPr/>
        <a:lstStyle/>
        <a:p>
          <a:endParaRPr lang="en-US"/>
        </a:p>
      </dgm:t>
    </dgm:pt>
    <dgm:pt modelId="{1B70E3DD-051E-4D1F-8D43-2B932E02173F}" type="sibTrans" cxnId="{7ACFFF84-1C31-4C91-81A8-93C54E828CDC}">
      <dgm:prSet/>
      <dgm:spPr/>
      <dgm:t>
        <a:bodyPr/>
        <a:lstStyle/>
        <a:p>
          <a:endParaRPr lang="en-US"/>
        </a:p>
      </dgm:t>
    </dgm:pt>
    <dgm:pt modelId="{7CB4D3D8-8BDA-48C2-87DF-CE9855DCB13A}">
      <dgm:prSet phldrT="[Text]" phldr="0"/>
      <dgm:spPr/>
      <dgm:t>
        <a:bodyPr/>
        <a:lstStyle/>
        <a:p>
          <a:pPr algn="l"/>
          <a:r>
            <a:rPr lang="en-US" dirty="0"/>
            <a:t>Title report analytics</a:t>
          </a:r>
        </a:p>
      </dgm:t>
    </dgm:pt>
    <dgm:pt modelId="{613D9802-10CC-4B16-8D5E-BCA3F3CD860B}" type="parTrans" cxnId="{B529C040-5AE8-4C7A-AE25-EDC12D106C4E}">
      <dgm:prSet/>
      <dgm:spPr/>
      <dgm:t>
        <a:bodyPr/>
        <a:lstStyle/>
        <a:p>
          <a:endParaRPr lang="en-US"/>
        </a:p>
      </dgm:t>
    </dgm:pt>
    <dgm:pt modelId="{C041E0F3-D555-453C-9087-B22A03DEB827}" type="sibTrans" cxnId="{B529C040-5AE8-4C7A-AE25-EDC12D106C4E}">
      <dgm:prSet/>
      <dgm:spPr/>
      <dgm:t>
        <a:bodyPr/>
        <a:lstStyle/>
        <a:p>
          <a:endParaRPr lang="en-US"/>
        </a:p>
      </dgm:t>
    </dgm:pt>
    <dgm:pt modelId="{A27C9F73-4D42-4EA0-998B-1F29A29803EA}">
      <dgm:prSet phldrT="[Text]" phldr="0"/>
      <dgm:spPr/>
      <dgm:t>
        <a:bodyPr/>
        <a:lstStyle/>
        <a:p>
          <a:pPr algn="l"/>
          <a:r>
            <a:rPr lang="en-US"/>
            <a:t>Communication log</a:t>
          </a:r>
          <a:endParaRPr lang="en-US" dirty="0"/>
        </a:p>
      </dgm:t>
    </dgm:pt>
    <dgm:pt modelId="{7FF92A74-5669-4A42-A68D-7002DC8B29AA}" type="parTrans" cxnId="{552CC810-1F43-48C8-908B-63B276DADE1B}">
      <dgm:prSet/>
      <dgm:spPr/>
      <dgm:t>
        <a:bodyPr/>
        <a:lstStyle/>
        <a:p>
          <a:endParaRPr lang="en-US"/>
        </a:p>
      </dgm:t>
    </dgm:pt>
    <dgm:pt modelId="{7C44FA34-E972-40E3-9A85-D13464B63DC4}" type="sibTrans" cxnId="{552CC810-1F43-48C8-908B-63B276DADE1B}">
      <dgm:prSet/>
      <dgm:spPr/>
      <dgm:t>
        <a:bodyPr/>
        <a:lstStyle/>
        <a:p>
          <a:endParaRPr lang="en-US"/>
        </a:p>
      </dgm:t>
    </dgm:pt>
    <dgm:pt modelId="{8ED9DC8A-5090-49FE-905B-4ED980A7D125}">
      <dgm:prSet phldrT="[Text]" phldr="0"/>
      <dgm:spPr/>
      <dgm:t>
        <a:bodyPr/>
        <a:lstStyle/>
        <a:p>
          <a:pPr algn="l"/>
          <a:r>
            <a:rPr lang="en-US"/>
            <a:t>Ability to send information to individual landowner</a:t>
          </a:r>
          <a:endParaRPr lang="en-US" dirty="0"/>
        </a:p>
      </dgm:t>
    </dgm:pt>
    <dgm:pt modelId="{1FCF4674-08B7-4265-88B6-4F893BC98FD9}" type="parTrans" cxnId="{A48901A0-E583-4628-915D-C185786C21DF}">
      <dgm:prSet/>
      <dgm:spPr/>
      <dgm:t>
        <a:bodyPr/>
        <a:lstStyle/>
        <a:p>
          <a:endParaRPr lang="en-US"/>
        </a:p>
      </dgm:t>
    </dgm:pt>
    <dgm:pt modelId="{376C1AC3-3D73-46A2-9B25-CF0A4C2DF803}" type="sibTrans" cxnId="{A48901A0-E583-4628-915D-C185786C21DF}">
      <dgm:prSet/>
      <dgm:spPr/>
      <dgm:t>
        <a:bodyPr/>
        <a:lstStyle/>
        <a:p>
          <a:endParaRPr lang="en-US"/>
        </a:p>
      </dgm:t>
    </dgm:pt>
    <dgm:pt modelId="{D963B4BB-5609-4D2A-BF83-6E1FC049593F}">
      <dgm:prSet phldrT="[Text]" phldr="0"/>
      <dgm:spPr/>
      <dgm:t>
        <a:bodyPr/>
        <a:lstStyle/>
        <a:p>
          <a:pPr algn="l"/>
          <a:r>
            <a:rPr lang="en-US" dirty="0"/>
            <a:t>Ability to send batch communications</a:t>
          </a:r>
        </a:p>
      </dgm:t>
    </dgm:pt>
    <dgm:pt modelId="{58E52D3C-6ECE-45D7-8125-C6040AF3D3CC}" type="parTrans" cxnId="{F90E66D3-8451-42B4-9B45-F69C3D1E342A}">
      <dgm:prSet/>
      <dgm:spPr/>
      <dgm:t>
        <a:bodyPr/>
        <a:lstStyle/>
        <a:p>
          <a:endParaRPr lang="en-US"/>
        </a:p>
      </dgm:t>
    </dgm:pt>
    <dgm:pt modelId="{066533CD-5347-4045-A60F-7BF0C4584B83}" type="sibTrans" cxnId="{F90E66D3-8451-42B4-9B45-F69C3D1E342A}">
      <dgm:prSet/>
      <dgm:spPr/>
      <dgm:t>
        <a:bodyPr/>
        <a:lstStyle/>
        <a:p>
          <a:endParaRPr lang="en-US"/>
        </a:p>
      </dgm:t>
    </dgm:pt>
    <dgm:pt modelId="{77BBCAFE-B885-4886-98DB-343E9CAA99B9}">
      <dgm:prSet phldrT="[Text]" phldr="0"/>
      <dgm:spPr/>
      <dgm:t>
        <a:bodyPr/>
        <a:lstStyle/>
        <a:p>
          <a:pPr algn="l"/>
          <a:r>
            <a:rPr lang="en-US"/>
            <a:t>Routing tool/Mapping functions?</a:t>
          </a:r>
          <a:endParaRPr lang="en-US" dirty="0"/>
        </a:p>
      </dgm:t>
    </dgm:pt>
    <dgm:pt modelId="{4F5B4269-CED2-47BC-90F3-69A003ED91EF}" type="parTrans" cxnId="{FFF93DE6-2A46-4F3C-A097-E5CF81ADA08B}">
      <dgm:prSet/>
      <dgm:spPr/>
      <dgm:t>
        <a:bodyPr/>
        <a:lstStyle/>
        <a:p>
          <a:endParaRPr lang="en-US"/>
        </a:p>
      </dgm:t>
    </dgm:pt>
    <dgm:pt modelId="{87C95D8E-6678-415F-950D-8381B89F2C8D}" type="sibTrans" cxnId="{FFF93DE6-2A46-4F3C-A097-E5CF81ADA08B}">
      <dgm:prSet/>
      <dgm:spPr/>
      <dgm:t>
        <a:bodyPr/>
        <a:lstStyle/>
        <a:p>
          <a:endParaRPr lang="en-US"/>
        </a:p>
      </dgm:t>
    </dgm:pt>
    <dgm:pt modelId="{5B30D7FD-02E2-4D6F-B6C5-D9BAEED7A1FF}">
      <dgm:prSet phldrT="[Text]" phldr="0"/>
      <dgm:spPr/>
      <dgm:t>
        <a:bodyPr/>
        <a:lstStyle/>
        <a:p>
          <a:pPr algn="l"/>
          <a:r>
            <a:rPr lang="en-US"/>
            <a:t>Appraisal analytics</a:t>
          </a:r>
          <a:endParaRPr lang="en-US" dirty="0"/>
        </a:p>
      </dgm:t>
    </dgm:pt>
    <dgm:pt modelId="{571058C6-447F-4792-A853-2692D718FE00}" type="parTrans" cxnId="{1C2405D5-DA14-423D-84DB-FD32D98ED8B3}">
      <dgm:prSet/>
      <dgm:spPr/>
      <dgm:t>
        <a:bodyPr/>
        <a:lstStyle/>
        <a:p>
          <a:endParaRPr lang="en-US"/>
        </a:p>
      </dgm:t>
    </dgm:pt>
    <dgm:pt modelId="{77A0CFC3-F5E4-4B20-A017-BC9AFAD8310C}" type="sibTrans" cxnId="{1C2405D5-DA14-423D-84DB-FD32D98ED8B3}">
      <dgm:prSet/>
      <dgm:spPr/>
      <dgm:t>
        <a:bodyPr/>
        <a:lstStyle/>
        <a:p>
          <a:endParaRPr lang="en-US"/>
        </a:p>
      </dgm:t>
    </dgm:pt>
    <dgm:pt modelId="{E5E7006E-E813-41BB-BF2D-EE1C4438CFA4}">
      <dgm:prSet phldrT="[Text]" phldr="0"/>
      <dgm:spPr/>
      <dgm:t>
        <a:bodyPr/>
        <a:lstStyle/>
        <a:p>
          <a:pPr algn="l"/>
          <a:r>
            <a:rPr lang="en-US"/>
            <a:t>Project timeline/Project Management Tools</a:t>
          </a:r>
          <a:endParaRPr lang="en-US" dirty="0"/>
        </a:p>
      </dgm:t>
    </dgm:pt>
    <dgm:pt modelId="{BE7C6C67-ACCC-49B3-A65F-6450B4738D37}" type="parTrans" cxnId="{18436A35-AF44-4597-B096-0673675D104D}">
      <dgm:prSet/>
      <dgm:spPr/>
      <dgm:t>
        <a:bodyPr/>
        <a:lstStyle/>
        <a:p>
          <a:endParaRPr lang="en-US"/>
        </a:p>
      </dgm:t>
    </dgm:pt>
    <dgm:pt modelId="{96C50A76-AC15-4BD1-BBF4-CC42C7B4F3D6}" type="sibTrans" cxnId="{18436A35-AF44-4597-B096-0673675D104D}">
      <dgm:prSet/>
      <dgm:spPr/>
      <dgm:t>
        <a:bodyPr/>
        <a:lstStyle/>
        <a:p>
          <a:endParaRPr lang="en-US"/>
        </a:p>
      </dgm:t>
    </dgm:pt>
    <dgm:pt modelId="{8C2840CC-1A5C-489A-9B84-768AECDDBE7F}">
      <dgm:prSet phldrT="[Text]"/>
      <dgm:spPr/>
      <dgm:t>
        <a:bodyPr/>
        <a:lstStyle/>
        <a:p>
          <a:pPr algn="l"/>
          <a:r>
            <a:rPr lang="en-US"/>
            <a:t>Template generator (IOL/FOL/Easements)</a:t>
          </a:r>
        </a:p>
      </dgm:t>
    </dgm:pt>
    <dgm:pt modelId="{55D0FB8A-4245-4BD2-8A8B-7AEED8684339}" type="parTrans" cxnId="{5026FF42-CA64-4406-958C-ED19C653491A}">
      <dgm:prSet/>
      <dgm:spPr/>
      <dgm:t>
        <a:bodyPr/>
        <a:lstStyle/>
        <a:p>
          <a:endParaRPr lang="en-US"/>
        </a:p>
      </dgm:t>
    </dgm:pt>
    <dgm:pt modelId="{EA941087-F439-443C-910D-B2D2FC323C47}" type="sibTrans" cxnId="{5026FF42-CA64-4406-958C-ED19C653491A}">
      <dgm:prSet/>
      <dgm:spPr/>
      <dgm:t>
        <a:bodyPr/>
        <a:lstStyle/>
        <a:p>
          <a:endParaRPr lang="en-US"/>
        </a:p>
      </dgm:t>
    </dgm:pt>
    <dgm:pt modelId="{7F171D2A-ACAD-48C8-ACC7-F9E9444F8BF7}">
      <dgm:prSet phldrT="[Text]"/>
      <dgm:spPr/>
      <dgm:t>
        <a:bodyPr/>
        <a:lstStyle/>
        <a:p>
          <a:pPr algn="l"/>
          <a:r>
            <a:rPr lang="en-US"/>
            <a:t>Document Repository</a:t>
          </a:r>
        </a:p>
      </dgm:t>
    </dgm:pt>
    <dgm:pt modelId="{E488CFEC-2B30-4F17-AFC8-1A9BE1B09358}" type="parTrans" cxnId="{697C2370-C950-4C32-975F-AA63CAE6E532}">
      <dgm:prSet/>
      <dgm:spPr/>
      <dgm:t>
        <a:bodyPr/>
        <a:lstStyle/>
        <a:p>
          <a:endParaRPr lang="en-US"/>
        </a:p>
      </dgm:t>
    </dgm:pt>
    <dgm:pt modelId="{8B0C664D-5B1B-4584-99CB-FF336E6083CC}" type="sibTrans" cxnId="{697C2370-C950-4C32-975F-AA63CAE6E532}">
      <dgm:prSet/>
      <dgm:spPr/>
      <dgm:t>
        <a:bodyPr/>
        <a:lstStyle/>
        <a:p>
          <a:endParaRPr lang="en-US"/>
        </a:p>
      </dgm:t>
    </dgm:pt>
    <dgm:pt modelId="{2650B522-D9DB-467C-B825-30BA1B2E5F56}">
      <dgm:prSet phldrT="[Text]"/>
      <dgm:spPr/>
      <dgm:t>
        <a:bodyPr/>
        <a:lstStyle/>
        <a:p>
          <a:pPr algn="l"/>
          <a:r>
            <a:rPr lang="en-US"/>
            <a:t>Expert Database</a:t>
          </a:r>
        </a:p>
      </dgm:t>
    </dgm:pt>
    <dgm:pt modelId="{36E979E8-0CC6-4D7F-AE33-D9BF91E0D53C}" type="parTrans" cxnId="{776812DF-40D7-46C9-AC04-6CC83031727C}">
      <dgm:prSet/>
      <dgm:spPr/>
      <dgm:t>
        <a:bodyPr/>
        <a:lstStyle/>
        <a:p>
          <a:endParaRPr lang="en-US"/>
        </a:p>
      </dgm:t>
    </dgm:pt>
    <dgm:pt modelId="{CCD890AA-90AE-4343-9937-177510709383}" type="sibTrans" cxnId="{776812DF-40D7-46C9-AC04-6CC83031727C}">
      <dgm:prSet/>
      <dgm:spPr/>
      <dgm:t>
        <a:bodyPr/>
        <a:lstStyle/>
        <a:p>
          <a:endParaRPr lang="en-US"/>
        </a:p>
      </dgm:t>
    </dgm:pt>
    <dgm:pt modelId="{3EEE9FFF-C4A4-4D30-95B1-04A7975AE35E}">
      <dgm:prSet phldrT="[Text]"/>
      <dgm:spPr/>
      <dgm:t>
        <a:bodyPr/>
        <a:lstStyle/>
        <a:p>
          <a:pPr algn="l"/>
          <a:r>
            <a:rPr lang="en-US"/>
            <a:t>Title report analyzer (for the purpose of identifying lienholders)</a:t>
          </a:r>
        </a:p>
      </dgm:t>
    </dgm:pt>
    <dgm:pt modelId="{57F18BD0-E9A1-475B-A2B9-A5547B246DCF}" type="parTrans" cxnId="{9BD312AF-0486-43E2-9293-4A726919383D}">
      <dgm:prSet/>
      <dgm:spPr/>
      <dgm:t>
        <a:bodyPr/>
        <a:lstStyle/>
        <a:p>
          <a:endParaRPr lang="en-US"/>
        </a:p>
      </dgm:t>
    </dgm:pt>
    <dgm:pt modelId="{995DD2DE-5EB4-4661-9352-3E430C7DC024}" type="sibTrans" cxnId="{9BD312AF-0486-43E2-9293-4A726919383D}">
      <dgm:prSet/>
      <dgm:spPr/>
      <dgm:t>
        <a:bodyPr/>
        <a:lstStyle/>
        <a:p>
          <a:endParaRPr lang="en-US"/>
        </a:p>
      </dgm:t>
    </dgm:pt>
    <dgm:pt modelId="{DAC6889C-FDFB-4DC5-B9A9-754A5BB0EF6D}">
      <dgm:prSet phldrT="[Text]"/>
      <dgm:spPr/>
      <dgm:t>
        <a:bodyPr/>
        <a:lstStyle/>
        <a:p>
          <a:pPr algn="l"/>
          <a:r>
            <a:rPr lang="en-US"/>
            <a:t>Negotiation Portal</a:t>
          </a:r>
        </a:p>
      </dgm:t>
    </dgm:pt>
    <dgm:pt modelId="{7CB312F3-F15D-4D65-A6F5-34BB02AB3E81}" type="parTrans" cxnId="{7234B49E-4D29-4DB1-8CC1-C26E235071F0}">
      <dgm:prSet/>
      <dgm:spPr/>
      <dgm:t>
        <a:bodyPr/>
        <a:lstStyle/>
        <a:p>
          <a:endParaRPr lang="en-US"/>
        </a:p>
      </dgm:t>
    </dgm:pt>
    <dgm:pt modelId="{A7F86453-0BD1-4F6A-87FC-71F2399F200A}" type="sibTrans" cxnId="{7234B49E-4D29-4DB1-8CC1-C26E235071F0}">
      <dgm:prSet/>
      <dgm:spPr/>
      <dgm:t>
        <a:bodyPr/>
        <a:lstStyle/>
        <a:p>
          <a:endParaRPr lang="en-US"/>
        </a:p>
      </dgm:t>
    </dgm:pt>
    <dgm:pt modelId="{88E58DD5-C97A-4838-A3EE-9EB9475B3797}">
      <dgm:prSet phldrT="[Text]"/>
      <dgm:spPr/>
      <dgm:t>
        <a:bodyPr/>
        <a:lstStyle/>
        <a:p>
          <a:pPr algn="l"/>
          <a:r>
            <a:rPr lang="en-US"/>
            <a:t>Ability to export packet for litigation</a:t>
          </a:r>
        </a:p>
      </dgm:t>
    </dgm:pt>
    <dgm:pt modelId="{6AD8F75F-7608-46E8-B754-7968BD333256}" type="parTrans" cxnId="{F2879DA2-25C6-4BFE-853F-D9592DBE10E5}">
      <dgm:prSet/>
      <dgm:spPr/>
      <dgm:t>
        <a:bodyPr/>
        <a:lstStyle/>
        <a:p>
          <a:endParaRPr lang="en-US"/>
        </a:p>
      </dgm:t>
    </dgm:pt>
    <dgm:pt modelId="{3AB11679-03E4-4F29-AB1B-E84B92200A5D}" type="sibTrans" cxnId="{F2879DA2-25C6-4BFE-853F-D9592DBE10E5}">
      <dgm:prSet/>
      <dgm:spPr/>
      <dgm:t>
        <a:bodyPr/>
        <a:lstStyle/>
        <a:p>
          <a:endParaRPr lang="en-US"/>
        </a:p>
      </dgm:t>
    </dgm:pt>
    <dgm:pt modelId="{14055387-6F39-4B4C-934F-467AB7A83763}">
      <dgm:prSet phldrT="[Text]" phldr="0"/>
      <dgm:spPr/>
      <dgm:t>
        <a:bodyPr/>
        <a:lstStyle/>
        <a:p>
          <a:pPr algn="ctr"/>
          <a:r>
            <a:rPr lang="en-US" dirty="0"/>
            <a:t>Outside Counsel </a:t>
          </a:r>
        </a:p>
        <a:p>
          <a:pPr algn="ctr"/>
          <a:r>
            <a:rPr lang="en-US" dirty="0"/>
            <a:t>(Once permissions given by client)</a:t>
          </a:r>
        </a:p>
      </dgm:t>
    </dgm:pt>
    <dgm:pt modelId="{8B0EA1DF-624F-4D51-A0B1-705FFB3DDAD3}" type="parTrans" cxnId="{85D85312-B220-499B-9F7A-F1F2D9ED4AA8}">
      <dgm:prSet/>
      <dgm:spPr/>
      <dgm:t>
        <a:bodyPr/>
        <a:lstStyle/>
        <a:p>
          <a:endParaRPr lang="en-US"/>
        </a:p>
      </dgm:t>
    </dgm:pt>
    <dgm:pt modelId="{41AFEF23-F560-4082-B8F0-281D3DC89E2A}" type="sibTrans" cxnId="{85D85312-B220-499B-9F7A-F1F2D9ED4AA8}">
      <dgm:prSet/>
      <dgm:spPr/>
      <dgm:t>
        <a:bodyPr/>
        <a:lstStyle/>
        <a:p>
          <a:endParaRPr lang="en-US"/>
        </a:p>
      </dgm:t>
    </dgm:pt>
    <dgm:pt modelId="{A5296AC6-5BD6-44DE-8FAA-5BBDBBEFC686}">
      <dgm:prSet phldrT="[Text]" phldr="0"/>
      <dgm:spPr/>
      <dgm:t>
        <a:bodyPr/>
        <a:lstStyle/>
        <a:p>
          <a:pPr algn="l"/>
          <a:r>
            <a:rPr lang="en-US" dirty="0"/>
            <a:t>Document Repository (Upload to Client)</a:t>
          </a:r>
        </a:p>
      </dgm:t>
    </dgm:pt>
    <dgm:pt modelId="{2F7E2EF4-3DA1-4DC5-BA78-FBF3A3749C01}" type="parTrans" cxnId="{70DA9937-78D6-4519-B9FC-043AFD24684D}">
      <dgm:prSet/>
      <dgm:spPr/>
      <dgm:t>
        <a:bodyPr/>
        <a:lstStyle/>
        <a:p>
          <a:endParaRPr lang="en-US"/>
        </a:p>
      </dgm:t>
    </dgm:pt>
    <dgm:pt modelId="{2903B884-6038-4378-ACA3-122E70BC2BA8}" type="sibTrans" cxnId="{70DA9937-78D6-4519-B9FC-043AFD24684D}">
      <dgm:prSet/>
      <dgm:spPr/>
      <dgm:t>
        <a:bodyPr/>
        <a:lstStyle/>
        <a:p>
          <a:endParaRPr lang="en-US"/>
        </a:p>
      </dgm:t>
    </dgm:pt>
    <dgm:pt modelId="{DEFE8964-A97C-4515-AE15-9872AC11953F}">
      <dgm:prSet phldrT="[Text]" phldr="0"/>
      <dgm:spPr/>
      <dgm:t>
        <a:bodyPr/>
        <a:lstStyle/>
        <a:p>
          <a:pPr algn="l"/>
          <a:r>
            <a:rPr lang="en-US"/>
            <a:t>Ability to update litigation status</a:t>
          </a:r>
          <a:endParaRPr lang="en-US" dirty="0"/>
        </a:p>
      </dgm:t>
    </dgm:pt>
    <dgm:pt modelId="{84919724-8614-4B44-B616-AB376302D14F}" type="parTrans" cxnId="{27CCC225-57F7-4F65-A91C-DD333F8403D3}">
      <dgm:prSet/>
      <dgm:spPr/>
      <dgm:t>
        <a:bodyPr/>
        <a:lstStyle/>
        <a:p>
          <a:endParaRPr lang="en-US"/>
        </a:p>
      </dgm:t>
    </dgm:pt>
    <dgm:pt modelId="{022D73F5-46E4-4040-B6F1-BB52B351149D}" type="sibTrans" cxnId="{27CCC225-57F7-4F65-A91C-DD333F8403D3}">
      <dgm:prSet/>
      <dgm:spPr/>
      <dgm:t>
        <a:bodyPr/>
        <a:lstStyle/>
        <a:p>
          <a:endParaRPr lang="en-US"/>
        </a:p>
      </dgm:t>
    </dgm:pt>
    <dgm:pt modelId="{AD83820E-996F-4993-98A2-9E09BBA8C5E0}">
      <dgm:prSet phldrT="[Text]" phldr="0"/>
      <dgm:spPr/>
      <dgm:t>
        <a:bodyPr/>
        <a:lstStyle/>
        <a:p>
          <a:pPr algn="l"/>
          <a:r>
            <a:rPr lang="en-US" dirty="0"/>
            <a:t>Ability to download / view information for parcels that need to head to condemnation (including contact log, title report info, appraisal, FOL, and evidence of delivery)</a:t>
          </a:r>
        </a:p>
      </dgm:t>
    </dgm:pt>
    <dgm:pt modelId="{30B0026E-1F30-4A85-9EBF-23C644C49FAF}" type="parTrans" cxnId="{5A0C236E-618F-4EB9-8BE5-3AC531A2649C}">
      <dgm:prSet/>
      <dgm:spPr/>
      <dgm:t>
        <a:bodyPr/>
        <a:lstStyle/>
        <a:p>
          <a:endParaRPr lang="en-US"/>
        </a:p>
      </dgm:t>
    </dgm:pt>
    <dgm:pt modelId="{1F600422-D06B-4831-94D3-812DF284C7E1}" type="sibTrans" cxnId="{5A0C236E-618F-4EB9-8BE5-3AC531A2649C}">
      <dgm:prSet/>
      <dgm:spPr/>
      <dgm:t>
        <a:bodyPr/>
        <a:lstStyle/>
        <a:p>
          <a:endParaRPr lang="en-US"/>
        </a:p>
      </dgm:t>
    </dgm:pt>
    <dgm:pt modelId="{62B10CA0-3BEF-4AF4-BFFB-198D0001DEA5}">
      <dgm:prSet phldrT="[Text]" phldr="0"/>
      <dgm:spPr/>
      <dgm:t>
        <a:bodyPr/>
        <a:lstStyle/>
        <a:p>
          <a:pPr algn="l"/>
          <a:r>
            <a:rPr lang="en-US" dirty="0"/>
            <a:t>Ability to input budget estimation</a:t>
          </a:r>
        </a:p>
      </dgm:t>
    </dgm:pt>
    <dgm:pt modelId="{7312287B-DD91-4A09-9665-31C5E6D8830F}" type="parTrans" cxnId="{DC2A282A-6CFB-49F2-BDAD-056BD58531B2}">
      <dgm:prSet/>
      <dgm:spPr/>
      <dgm:t>
        <a:bodyPr/>
        <a:lstStyle/>
        <a:p>
          <a:endParaRPr lang="en-US"/>
        </a:p>
      </dgm:t>
    </dgm:pt>
    <dgm:pt modelId="{A3EDF901-F48F-48AC-9E0F-5414A962D727}" type="sibTrans" cxnId="{DC2A282A-6CFB-49F2-BDAD-056BD58531B2}">
      <dgm:prSet/>
      <dgm:spPr/>
      <dgm:t>
        <a:bodyPr/>
        <a:lstStyle/>
        <a:p>
          <a:endParaRPr lang="en-US"/>
        </a:p>
      </dgm:t>
    </dgm:pt>
    <dgm:pt modelId="{6AA78788-CAFA-40A2-B4E0-3CDB34ACFF99}">
      <dgm:prSet phldrT="[Text]"/>
      <dgm:spPr/>
      <dgm:t>
        <a:bodyPr/>
        <a:lstStyle/>
        <a:p>
          <a:pPr algn="l"/>
          <a:r>
            <a:rPr lang="en-US" dirty="0"/>
            <a:t>Budget tracking/Utilization</a:t>
          </a:r>
        </a:p>
      </dgm:t>
    </dgm:pt>
    <dgm:pt modelId="{BECCB56E-10CB-4038-8292-C4F2325F8132}" type="parTrans" cxnId="{14FBE669-5D1E-4EA5-84B9-EA5637EB2B74}">
      <dgm:prSet/>
      <dgm:spPr/>
      <dgm:t>
        <a:bodyPr/>
        <a:lstStyle/>
        <a:p>
          <a:endParaRPr lang="en-US"/>
        </a:p>
      </dgm:t>
    </dgm:pt>
    <dgm:pt modelId="{E1C361C3-3B0D-44C1-89F3-F1D9B6A01BEE}" type="sibTrans" cxnId="{14FBE669-5D1E-4EA5-84B9-EA5637EB2B74}">
      <dgm:prSet/>
      <dgm:spPr/>
      <dgm:t>
        <a:bodyPr/>
        <a:lstStyle/>
        <a:p>
          <a:endParaRPr lang="en-US"/>
        </a:p>
      </dgm:t>
    </dgm:pt>
    <dgm:pt modelId="{70BFCE67-4B2D-4B16-BF3C-7BFD2B101822}">
      <dgm:prSet phldrT="[Text]" phldr="0"/>
      <dgm:spPr/>
      <dgm:t>
        <a:bodyPr/>
        <a:lstStyle/>
        <a:p>
          <a:pPr algn="l"/>
          <a:r>
            <a:rPr lang="en-US"/>
            <a:t>Initial case initiation template generator</a:t>
          </a:r>
          <a:endParaRPr lang="en-US" dirty="0"/>
        </a:p>
      </dgm:t>
    </dgm:pt>
    <dgm:pt modelId="{B9EADCD3-266E-4285-8E99-A6D54F03EDCD}" type="parTrans" cxnId="{923A6AE5-7598-4FA6-8D2F-CAF32B6DF691}">
      <dgm:prSet/>
      <dgm:spPr/>
      <dgm:t>
        <a:bodyPr/>
        <a:lstStyle/>
        <a:p>
          <a:endParaRPr lang="en-US"/>
        </a:p>
      </dgm:t>
    </dgm:pt>
    <dgm:pt modelId="{6AE249DD-21DA-43DB-B0ED-3F651E326E81}" type="sibTrans" cxnId="{923A6AE5-7598-4FA6-8D2F-CAF32B6DF691}">
      <dgm:prSet/>
      <dgm:spPr/>
      <dgm:t>
        <a:bodyPr/>
        <a:lstStyle/>
        <a:p>
          <a:endParaRPr lang="en-US"/>
        </a:p>
      </dgm:t>
    </dgm:pt>
    <dgm:pt modelId="{930D9638-7054-42A8-8885-650F72E4672B}">
      <dgm:prSet phldrT="[Text]" phldr="0"/>
      <dgm:spPr/>
      <dgm:t>
        <a:bodyPr/>
        <a:lstStyle/>
        <a:p>
          <a:pPr algn="l"/>
          <a:r>
            <a:rPr lang="en-US" dirty="0"/>
            <a:t>Template/client approval portal</a:t>
          </a:r>
        </a:p>
      </dgm:t>
    </dgm:pt>
    <dgm:pt modelId="{F000ED19-4444-46B8-8C9D-6B5FDBE9455C}" type="parTrans" cxnId="{D2D0647B-4C89-46DC-9BA2-23A146C45D43}">
      <dgm:prSet/>
      <dgm:spPr/>
      <dgm:t>
        <a:bodyPr/>
        <a:lstStyle/>
        <a:p>
          <a:endParaRPr lang="en-US"/>
        </a:p>
      </dgm:t>
    </dgm:pt>
    <dgm:pt modelId="{96578814-3267-4BE6-A9AF-6E5023BA98AD}" type="sibTrans" cxnId="{D2D0647B-4C89-46DC-9BA2-23A146C45D43}">
      <dgm:prSet/>
      <dgm:spPr/>
      <dgm:t>
        <a:bodyPr/>
        <a:lstStyle/>
        <a:p>
          <a:endParaRPr lang="en-US"/>
        </a:p>
      </dgm:t>
    </dgm:pt>
    <dgm:pt modelId="{1B0FCAC5-368C-4085-B44A-FB062821BAA3}">
      <dgm:prSet phldrT="[Text]" phldr="0"/>
      <dgm:spPr/>
      <dgm:t>
        <a:bodyPr/>
        <a:lstStyle/>
        <a:p>
          <a:pPr algn="l"/>
          <a:r>
            <a:rPr lang="en-US" dirty="0"/>
            <a:t>Case deadline calendar</a:t>
          </a:r>
        </a:p>
      </dgm:t>
    </dgm:pt>
    <dgm:pt modelId="{65E30114-7C63-4478-9144-8F2F4B4596AE}" type="parTrans" cxnId="{A2971266-1A63-49AB-981F-9FBBB719A1DE}">
      <dgm:prSet/>
      <dgm:spPr/>
      <dgm:t>
        <a:bodyPr/>
        <a:lstStyle/>
        <a:p>
          <a:endParaRPr lang="en-US"/>
        </a:p>
      </dgm:t>
    </dgm:pt>
    <dgm:pt modelId="{E4D3210C-4549-434C-8E3B-DA8DD34A4CBD}" type="sibTrans" cxnId="{A2971266-1A63-49AB-981F-9FBBB719A1DE}">
      <dgm:prSet/>
      <dgm:spPr/>
      <dgm:t>
        <a:bodyPr/>
        <a:lstStyle/>
        <a:p>
          <a:endParaRPr lang="en-US"/>
        </a:p>
      </dgm:t>
    </dgm:pt>
    <dgm:pt modelId="{8D395EBD-F682-4B97-9856-B500554B9533}" type="pres">
      <dgm:prSet presAssocID="{4710DFF4-E433-4B72-82E0-BCB1733CA2CB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13DED55-ABFF-41CA-BD92-6DBFC7E94670}" type="pres">
      <dgm:prSet presAssocID="{4710DFF4-E433-4B72-82E0-BCB1733CA2CB}" presName="matrix" presStyleCnt="0"/>
      <dgm:spPr/>
    </dgm:pt>
    <dgm:pt modelId="{3F0E2E0A-ACF8-417A-A69F-4E7560520FF5}" type="pres">
      <dgm:prSet presAssocID="{4710DFF4-E433-4B72-82E0-BCB1733CA2CB}" presName="tile1" presStyleLbl="node1" presStyleIdx="0" presStyleCnt="4" custScaleY="120235" custLinFactNeighborX="1239" custLinFactNeighborY="3090"/>
      <dgm:spPr/>
    </dgm:pt>
    <dgm:pt modelId="{D5FB87F3-4417-4A65-85C7-BBA974B404CB}" type="pres">
      <dgm:prSet presAssocID="{4710DFF4-E433-4B72-82E0-BCB1733CA2CB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7849056-7FB4-42E4-B99F-AA1000BF3A8E}" type="pres">
      <dgm:prSet presAssocID="{4710DFF4-E433-4B72-82E0-BCB1733CA2CB}" presName="tile2" presStyleLbl="node1" presStyleIdx="1" presStyleCnt="4" custScaleY="112732"/>
      <dgm:spPr/>
    </dgm:pt>
    <dgm:pt modelId="{51754931-E882-4331-8728-8F9D53F0FA67}" type="pres">
      <dgm:prSet presAssocID="{4710DFF4-E433-4B72-82E0-BCB1733CA2CB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72E630C-9C0A-47EF-8EE8-C6978D1A1574}" type="pres">
      <dgm:prSet presAssocID="{4710DFF4-E433-4B72-82E0-BCB1733CA2CB}" presName="tile3" presStyleLbl="node1" presStyleIdx="2" presStyleCnt="4" custLinFactNeighborX="522" custLinFactNeighborY="-30589"/>
      <dgm:spPr/>
    </dgm:pt>
    <dgm:pt modelId="{EF7357A7-5C42-435F-A8A1-1BD10BA7C040}" type="pres">
      <dgm:prSet presAssocID="{4710DFF4-E433-4B72-82E0-BCB1733CA2CB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C570E24-A69A-49EB-990B-D966106EFC98}" type="pres">
      <dgm:prSet presAssocID="{4710DFF4-E433-4B72-82E0-BCB1733CA2CB}" presName="tile4" presStyleLbl="node1" presStyleIdx="3" presStyleCnt="4" custLinFactNeighborX="869" custLinFactNeighborY="-30588"/>
      <dgm:spPr/>
    </dgm:pt>
    <dgm:pt modelId="{9318839A-4CE3-49A2-A759-270046951739}" type="pres">
      <dgm:prSet presAssocID="{4710DFF4-E433-4B72-82E0-BCB1733CA2CB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B80A5EEB-A3F7-4286-B8ED-AFDF56B9E002}" type="pres">
      <dgm:prSet presAssocID="{4710DFF4-E433-4B72-82E0-BCB1733CA2CB}" presName="centerTile" presStyleLbl="fgShp" presStyleIdx="0" presStyleCnt="1" custLinFactNeighborX="-4633" custLinFactNeighborY="-35556">
        <dgm:presLayoutVars>
          <dgm:chMax val="0"/>
          <dgm:chPref val="0"/>
        </dgm:presLayoutVars>
      </dgm:prSet>
      <dgm:spPr/>
    </dgm:pt>
  </dgm:ptLst>
  <dgm:cxnLst>
    <dgm:cxn modelId="{7E00DD04-5CCF-4BCC-94BE-8D30ACE99D22}" type="presOf" srcId="{74ABF524-DE20-4612-A8DE-92BC4A018103}" destId="{A72E630C-9C0A-47EF-8EE8-C6978D1A1574}" srcOrd="0" destOrd="1" presId="urn:microsoft.com/office/officeart/2005/8/layout/matrix1"/>
    <dgm:cxn modelId="{3C2BC407-A450-4596-8C9E-CC935A105F49}" type="presOf" srcId="{38B668B5-7C4D-4D8F-A7D6-B2D27F6479A6}" destId="{3F0E2E0A-ACF8-417A-A69F-4E7560520FF5}" srcOrd="0" destOrd="1" presId="urn:microsoft.com/office/officeart/2005/8/layout/matrix1"/>
    <dgm:cxn modelId="{7D6CD708-F941-4A75-A6C1-2436EA69A0AD}" type="presOf" srcId="{88E58DD5-C97A-4838-A3EE-9EB9475B3797}" destId="{EF7357A7-5C42-435F-A8A1-1BD10BA7C040}" srcOrd="1" destOrd="7" presId="urn:microsoft.com/office/officeart/2005/8/layout/matrix1"/>
    <dgm:cxn modelId="{6EE17409-AB68-4764-BB4E-837107CA2898}" type="presOf" srcId="{E3238611-49CC-4B83-91C2-0DAFD74448BF}" destId="{D5FB87F3-4417-4A65-85C7-BBA974B404CB}" srcOrd="1" destOrd="3" presId="urn:microsoft.com/office/officeart/2005/8/layout/matrix1"/>
    <dgm:cxn modelId="{D8A23C0A-588F-4AC6-8FF6-2FEEEE208ACA}" type="presOf" srcId="{4710DFF4-E433-4B72-82E0-BCB1733CA2CB}" destId="{8D395EBD-F682-4B97-9856-B500554B9533}" srcOrd="0" destOrd="0" presId="urn:microsoft.com/office/officeart/2005/8/layout/matrix1"/>
    <dgm:cxn modelId="{6E797B0E-02A0-4A13-974F-2F87BF52795A}" type="presOf" srcId="{A5296AC6-5BD6-44DE-8FAA-5BBDBBEFC686}" destId="{CC570E24-A69A-49EB-990B-D966106EFC98}" srcOrd="0" destOrd="1" presId="urn:microsoft.com/office/officeart/2005/8/layout/matrix1"/>
    <dgm:cxn modelId="{7CB4810E-025B-48C9-A533-B2D01DEAC5BC}" type="presOf" srcId="{07CB4EAC-16D6-4CFE-8AD6-0DA264B93D92}" destId="{3F0E2E0A-ACF8-417A-A69F-4E7560520FF5}" srcOrd="0" destOrd="2" presId="urn:microsoft.com/office/officeart/2005/8/layout/matrix1"/>
    <dgm:cxn modelId="{552CC810-1F43-48C8-908B-63B276DADE1B}" srcId="{00F924B4-845F-4A2B-945A-DC87137D38D9}" destId="{A27C9F73-4D42-4EA0-998B-1F29A29803EA}" srcOrd="5" destOrd="0" parTransId="{7FF92A74-5669-4A42-A68D-7002DC8B29AA}" sibTransId="{7C44FA34-E972-40E3-9A85-D13464B63DC4}"/>
    <dgm:cxn modelId="{85D85312-B220-499B-9F7A-F1F2D9ED4AA8}" srcId="{CABAADD6-3DBE-4BF0-9E94-309D677A999E}" destId="{14055387-6F39-4B4C-934F-467AB7A83763}" srcOrd="3" destOrd="0" parTransId="{8B0EA1DF-624F-4D51-A0B1-705FFB3DDAD3}" sibTransId="{41AFEF23-F560-4082-B8F0-281D3DC89E2A}"/>
    <dgm:cxn modelId="{8535FB12-12D3-4F09-9415-5D2B2F37E471}" srcId="{C6559EF1-C5A0-426C-B42C-736C74025FAF}" destId="{74ABF524-DE20-4612-A8DE-92BC4A018103}" srcOrd="0" destOrd="0" parTransId="{BA7117C0-92FB-4A03-929E-BF82B485E074}" sibTransId="{52666947-B986-4CB1-85CB-3D95A82796A6}"/>
    <dgm:cxn modelId="{0DCB3B13-13B5-4EE1-944B-27AD5A2B298B}" type="presOf" srcId="{8FE7D261-E67F-40BA-A417-2BDCFAEB9828}" destId="{37849056-7FB4-42E4-B99F-AA1000BF3A8E}" srcOrd="0" destOrd="3" presId="urn:microsoft.com/office/officeart/2005/8/layout/matrix1"/>
    <dgm:cxn modelId="{89104F15-2EE2-4F51-B5E6-C2B2B56B66C4}" type="presOf" srcId="{A27C9F73-4D42-4EA0-998B-1F29A29803EA}" destId="{37849056-7FB4-42E4-B99F-AA1000BF3A8E}" srcOrd="0" destOrd="6" presId="urn:microsoft.com/office/officeart/2005/8/layout/matrix1"/>
    <dgm:cxn modelId="{F2256F16-4EA9-4288-ACEC-BFDF2E51B828}" type="presOf" srcId="{8ED9DC8A-5090-49FE-905B-4ED980A7D125}" destId="{37849056-7FB4-42E4-B99F-AA1000BF3A8E}" srcOrd="0" destOrd="7" presId="urn:microsoft.com/office/officeart/2005/8/layout/matrix1"/>
    <dgm:cxn modelId="{D2C18017-899B-449F-BA7A-654C4486CA15}" srcId="{4710DFF4-E433-4B72-82E0-BCB1733CA2CB}" destId="{CABAADD6-3DBE-4BF0-9E94-309D677A999E}" srcOrd="0" destOrd="0" parTransId="{69756D47-6EF4-4B3A-8988-9B9A03BEF4CF}" sibTransId="{0258F598-E729-4D7E-929D-0140173D554E}"/>
    <dgm:cxn modelId="{BEDF6D1A-038E-42DC-9974-D0985209F937}" srcId="{3AC9EA66-E168-4239-9CB6-6CE3C63D3119}" destId="{07CB4EAC-16D6-4CFE-8AD6-0DA264B93D92}" srcOrd="1" destOrd="0" parTransId="{8521C71E-EC9E-4CE2-A479-849205232992}" sibTransId="{E7713993-60B4-4A06-891C-19C48D480B11}"/>
    <dgm:cxn modelId="{6A7BBC1C-6306-4A96-B4E6-C757636A417D}" type="presOf" srcId="{DAC6889C-FDFB-4DC5-B9A9-754A5BB0EF6D}" destId="{EF7357A7-5C42-435F-A8A1-1BD10BA7C040}" srcOrd="1" destOrd="3" presId="urn:microsoft.com/office/officeart/2005/8/layout/matrix1"/>
    <dgm:cxn modelId="{B6811722-00D5-46BF-BB17-325040CB8576}" type="presOf" srcId="{38B668B5-7C4D-4D8F-A7D6-B2D27F6479A6}" destId="{D5FB87F3-4417-4A65-85C7-BBA974B404CB}" srcOrd="1" destOrd="1" presId="urn:microsoft.com/office/officeart/2005/8/layout/matrix1"/>
    <dgm:cxn modelId="{82858C24-204D-481C-843A-BD9662D8BC19}" type="presOf" srcId="{1B0FCAC5-368C-4085-B44A-FB062821BAA3}" destId="{9318839A-4CE3-49A2-A759-270046951739}" srcOrd="1" destOrd="6" presId="urn:microsoft.com/office/officeart/2005/8/layout/matrix1"/>
    <dgm:cxn modelId="{89845325-40D7-4097-A0B6-1673F2E71D30}" type="presOf" srcId="{D963B4BB-5609-4D2A-BF83-6E1FC049593F}" destId="{37849056-7FB4-42E4-B99F-AA1000BF3A8E}" srcOrd="0" destOrd="8" presId="urn:microsoft.com/office/officeart/2005/8/layout/matrix1"/>
    <dgm:cxn modelId="{27CCC225-57F7-4F65-A91C-DD333F8403D3}" srcId="{14055387-6F39-4B4C-934F-467AB7A83763}" destId="{DEFE8964-A97C-4515-AE15-9872AC11953F}" srcOrd="1" destOrd="0" parTransId="{84919724-8614-4B44-B616-AB376302D14F}" sibTransId="{022D73F5-46E4-4040-B6F1-BB52B351149D}"/>
    <dgm:cxn modelId="{DC2A282A-6CFB-49F2-BDAD-056BD58531B2}" srcId="{14055387-6F39-4B4C-934F-467AB7A83763}" destId="{62B10CA0-3BEF-4AF4-BFFB-198D0001DEA5}" srcOrd="6" destOrd="0" parTransId="{7312287B-DD91-4A09-9665-31C5E6D8830F}" sibTransId="{A3EDF901-F48F-48AC-9E0F-5414A962D727}"/>
    <dgm:cxn modelId="{AEFE112D-7BCB-4753-8EB8-FB2D2FC86446}" type="presOf" srcId="{C6559EF1-C5A0-426C-B42C-736C74025FAF}" destId="{EF7357A7-5C42-435F-A8A1-1BD10BA7C040}" srcOrd="1" destOrd="0" presId="urn:microsoft.com/office/officeart/2005/8/layout/matrix1"/>
    <dgm:cxn modelId="{9B969431-BFFC-4F16-B8DE-F5BA6480C0C4}" type="presOf" srcId="{AD83820E-996F-4993-98A2-9E09BBA8C5E0}" destId="{9318839A-4CE3-49A2-A759-270046951739}" srcOrd="1" destOrd="3" presId="urn:microsoft.com/office/officeart/2005/8/layout/matrix1"/>
    <dgm:cxn modelId="{91F62432-E641-4BF1-9A8F-17D752135067}" type="presOf" srcId="{3AC9EA66-E168-4239-9CB6-6CE3C63D3119}" destId="{3F0E2E0A-ACF8-417A-A69F-4E7560520FF5}" srcOrd="0" destOrd="0" presId="urn:microsoft.com/office/officeart/2005/8/layout/matrix1"/>
    <dgm:cxn modelId="{33378533-D681-4109-A884-9C3AB6A0DB33}" type="presOf" srcId="{8FE7D261-E67F-40BA-A417-2BDCFAEB9828}" destId="{51754931-E882-4331-8728-8F9D53F0FA67}" srcOrd="1" destOrd="3" presId="urn:microsoft.com/office/officeart/2005/8/layout/matrix1"/>
    <dgm:cxn modelId="{61926135-403D-4236-BBBE-2F84412F3468}" srcId="{CABAADD6-3DBE-4BF0-9E94-309D677A999E}" destId="{00F924B4-845F-4A2B-945A-DC87137D38D9}" srcOrd="1" destOrd="0" parTransId="{9FC03666-A27E-4618-8E11-4C0D371ACE5E}" sibTransId="{6E05D2C4-9F88-4F3C-BD6A-15D1D2301BBF}"/>
    <dgm:cxn modelId="{18436A35-AF44-4597-B096-0673675D104D}" srcId="{00F924B4-845F-4A2B-945A-DC87137D38D9}" destId="{E5E7006E-E813-41BB-BF2D-EE1C4438CFA4}" srcOrd="8" destOrd="0" parTransId="{BE7C6C67-ACCC-49B3-A65F-6450B4738D37}" sibTransId="{96C50A76-AC15-4BD1-BBF4-CC42C7B4F3D6}"/>
    <dgm:cxn modelId="{70DA9937-78D6-4519-B9FC-043AFD24684D}" srcId="{14055387-6F39-4B4C-934F-467AB7A83763}" destId="{A5296AC6-5BD6-44DE-8FAA-5BBDBBEFC686}" srcOrd="0" destOrd="0" parTransId="{2F7E2EF4-3DA1-4DC5-BA78-FBF3A3749C01}" sibTransId="{2903B884-6038-4378-ACA3-122E70BC2BA8}"/>
    <dgm:cxn modelId="{CBE8B93A-74A9-46DD-8514-C45CF6352F4E}" type="presOf" srcId="{E3238611-49CC-4B83-91C2-0DAFD74448BF}" destId="{3F0E2E0A-ACF8-417A-A69F-4E7560520FF5}" srcOrd="0" destOrd="3" presId="urn:microsoft.com/office/officeart/2005/8/layout/matrix1"/>
    <dgm:cxn modelId="{8843BC3C-D2B2-492D-A9C1-A00D81A7D5CE}" type="presOf" srcId="{6AA78788-CAFA-40A2-B4E0-3CDB34ACFF99}" destId="{EF7357A7-5C42-435F-A8A1-1BD10BA7C040}" srcOrd="1" destOrd="8" presId="urn:microsoft.com/office/officeart/2005/8/layout/matrix1"/>
    <dgm:cxn modelId="{B529C040-5AE8-4C7A-AE25-EDC12D106C4E}" srcId="{00F924B4-845F-4A2B-945A-DC87137D38D9}" destId="{7CB4D3D8-8BDA-48C2-87DF-CE9855DCB13A}" srcOrd="3" destOrd="0" parTransId="{613D9802-10CC-4B16-8D5E-BCA3F3CD860B}" sibTransId="{C041E0F3-D555-453C-9087-B22A03DEB827}"/>
    <dgm:cxn modelId="{EB615A5B-8EA8-409A-9ADC-4B505E8DFCCF}" type="presOf" srcId="{7F171D2A-ACAD-48C8-ACC7-F9E9444F8BF7}" destId="{A72E630C-9C0A-47EF-8EE8-C6978D1A1574}" srcOrd="0" destOrd="4" presId="urn:microsoft.com/office/officeart/2005/8/layout/matrix1"/>
    <dgm:cxn modelId="{59A5695D-6544-48B3-A791-F2922DEC21BE}" type="presOf" srcId="{E5E7006E-E813-41BB-BF2D-EE1C4438CFA4}" destId="{51754931-E882-4331-8728-8F9D53F0FA67}" srcOrd="1" destOrd="9" presId="urn:microsoft.com/office/officeart/2005/8/layout/matrix1"/>
    <dgm:cxn modelId="{5026FF42-CA64-4406-958C-ED19C653491A}" srcId="{C6559EF1-C5A0-426C-B42C-736C74025FAF}" destId="{8C2840CC-1A5C-489A-9B84-768AECDDBE7F}" srcOrd="1" destOrd="0" parTransId="{55D0FB8A-4245-4BD2-8A8B-7AEED8684339}" sibTransId="{EA941087-F439-443C-910D-B2D2FC323C47}"/>
    <dgm:cxn modelId="{5A55AF44-7EB7-47BD-A5EC-2F303F6B041E}" type="presOf" srcId="{E5E7006E-E813-41BB-BF2D-EE1C4438CFA4}" destId="{37849056-7FB4-42E4-B99F-AA1000BF3A8E}" srcOrd="0" destOrd="9" presId="urn:microsoft.com/office/officeart/2005/8/layout/matrix1"/>
    <dgm:cxn modelId="{A2971266-1A63-49AB-981F-9FBBB719A1DE}" srcId="{14055387-6F39-4B4C-934F-467AB7A83763}" destId="{1B0FCAC5-368C-4085-B44A-FB062821BAA3}" srcOrd="5" destOrd="0" parTransId="{65E30114-7C63-4478-9144-8F2F4B4596AE}" sibTransId="{E4D3210C-4549-434C-8E3B-DA8DD34A4CBD}"/>
    <dgm:cxn modelId="{0F9E2146-9DC2-4EFE-973E-BD654C6C1BF6}" type="presOf" srcId="{D963B4BB-5609-4D2A-BF83-6E1FC049593F}" destId="{51754931-E882-4331-8728-8F9D53F0FA67}" srcOrd="1" destOrd="8" presId="urn:microsoft.com/office/officeart/2005/8/layout/matrix1"/>
    <dgm:cxn modelId="{DA803446-AABF-4375-9F0F-A04B80BC8584}" srcId="{00F924B4-845F-4A2B-945A-DC87137D38D9}" destId="{C3CB75BC-CF90-4A5E-92F5-4D7B5DBC8A79}" srcOrd="0" destOrd="0" parTransId="{C9343CB0-DD90-4AC6-ABA4-3342B92B608B}" sibTransId="{34427339-AB62-4BC4-AE00-C3385C209C7C}"/>
    <dgm:cxn modelId="{14FBE669-5D1E-4EA5-84B9-EA5637EB2B74}" srcId="{C6559EF1-C5A0-426C-B42C-736C74025FAF}" destId="{6AA78788-CAFA-40A2-B4E0-3CDB34ACFF99}" srcOrd="7" destOrd="0" parTransId="{BECCB56E-10CB-4038-8292-C4F2325F8132}" sibTransId="{E1C361C3-3B0D-44C1-89F3-F1D9B6A01BEE}"/>
    <dgm:cxn modelId="{8DB6854B-3341-4C1E-BAAD-A7A8EB7813D0}" type="presOf" srcId="{DAC6889C-FDFB-4DC5-B9A9-754A5BB0EF6D}" destId="{A72E630C-9C0A-47EF-8EE8-C6978D1A1574}" srcOrd="0" destOrd="3" presId="urn:microsoft.com/office/officeart/2005/8/layout/matrix1"/>
    <dgm:cxn modelId="{B977AF4D-6576-4888-863C-614E30095F88}" type="presOf" srcId="{00F924B4-845F-4A2B-945A-DC87137D38D9}" destId="{51754931-E882-4331-8728-8F9D53F0FA67}" srcOrd="1" destOrd="0" presId="urn:microsoft.com/office/officeart/2005/8/layout/matrix1"/>
    <dgm:cxn modelId="{D9A5016E-CFBF-4323-B2DA-E3AEA25247AB}" type="presOf" srcId="{8C2840CC-1A5C-489A-9B84-768AECDDBE7F}" destId="{EF7357A7-5C42-435F-A8A1-1BD10BA7C040}" srcOrd="1" destOrd="2" presId="urn:microsoft.com/office/officeart/2005/8/layout/matrix1"/>
    <dgm:cxn modelId="{5A0C236E-618F-4EB9-8BE5-3AC531A2649C}" srcId="{14055387-6F39-4B4C-934F-467AB7A83763}" destId="{AD83820E-996F-4993-98A2-9E09BBA8C5E0}" srcOrd="2" destOrd="0" parTransId="{30B0026E-1F30-4A85-9EBF-23C644C49FAF}" sibTransId="{1F600422-D06B-4831-94D3-812DF284C7E1}"/>
    <dgm:cxn modelId="{3284E94E-6F32-4769-A8E6-98DEB556FA2C}" type="presOf" srcId="{06BCD568-9BA2-4571-8F1F-D44CB4783D72}" destId="{D5FB87F3-4417-4A65-85C7-BBA974B404CB}" srcOrd="1" destOrd="4" presId="urn:microsoft.com/office/officeart/2005/8/layout/matrix1"/>
    <dgm:cxn modelId="{697C2370-C950-4C32-975F-AA63CAE6E532}" srcId="{C6559EF1-C5A0-426C-B42C-736C74025FAF}" destId="{7F171D2A-ACAD-48C8-ACC7-F9E9444F8BF7}" srcOrd="3" destOrd="0" parTransId="{E488CFEC-2B30-4F17-AFC8-1A9BE1B09358}" sibTransId="{8B0C664D-5B1B-4584-99CB-FF336E6083CC}"/>
    <dgm:cxn modelId="{F42B7451-FD55-4882-B712-2BDAE2900F00}" type="presOf" srcId="{8ED9DC8A-5090-49FE-905B-4ED980A7D125}" destId="{51754931-E882-4331-8728-8F9D53F0FA67}" srcOrd="1" destOrd="7" presId="urn:microsoft.com/office/officeart/2005/8/layout/matrix1"/>
    <dgm:cxn modelId="{06E97C72-E979-4455-AE23-17FEDB0857D1}" type="presOf" srcId="{DEFE8964-A97C-4515-AE15-9872AC11953F}" destId="{CC570E24-A69A-49EB-990B-D966106EFC98}" srcOrd="0" destOrd="2" presId="urn:microsoft.com/office/officeart/2005/8/layout/matrix1"/>
    <dgm:cxn modelId="{BCCDCF72-FB07-48C7-AE5F-020642C2A0E2}" type="presOf" srcId="{CABAADD6-3DBE-4BF0-9E94-309D677A999E}" destId="{B80A5EEB-A3F7-4286-B8ED-AFDF56B9E002}" srcOrd="0" destOrd="0" presId="urn:microsoft.com/office/officeart/2005/8/layout/matrix1"/>
    <dgm:cxn modelId="{A8E9627A-6A02-42A2-A90F-0B191BE2A6C4}" type="presOf" srcId="{2650B522-D9DB-467C-B825-30BA1B2E5F56}" destId="{A72E630C-9C0A-47EF-8EE8-C6978D1A1574}" srcOrd="0" destOrd="5" presId="urn:microsoft.com/office/officeart/2005/8/layout/matrix1"/>
    <dgm:cxn modelId="{880BDD7A-DAD7-4E78-B41F-E56EB2013ADA}" srcId="{3AC9EA66-E168-4239-9CB6-6CE3C63D3119}" destId="{38B668B5-7C4D-4D8F-A7D6-B2D27F6479A6}" srcOrd="0" destOrd="0" parTransId="{E69B3553-C693-477C-9C02-91D96CDAED05}" sibTransId="{D656C5CC-2724-4F23-9672-F554EAF22E9A}"/>
    <dgm:cxn modelId="{8C34F65A-4E47-4C01-8F77-34158F7BF369}" type="presOf" srcId="{930D9638-7054-42A8-8885-650F72E4672B}" destId="{9318839A-4CE3-49A2-A759-270046951739}" srcOrd="1" destOrd="5" presId="urn:microsoft.com/office/officeart/2005/8/layout/matrix1"/>
    <dgm:cxn modelId="{94A3007B-3D2B-4933-AEB9-B74EA4AE1FF0}" type="presOf" srcId="{1B0FCAC5-368C-4085-B44A-FB062821BAA3}" destId="{CC570E24-A69A-49EB-990B-D966106EFC98}" srcOrd="0" destOrd="6" presId="urn:microsoft.com/office/officeart/2005/8/layout/matrix1"/>
    <dgm:cxn modelId="{D2D0647B-4C89-46DC-9BA2-23A146C45D43}" srcId="{14055387-6F39-4B4C-934F-467AB7A83763}" destId="{930D9638-7054-42A8-8885-650F72E4672B}" srcOrd="4" destOrd="0" parTransId="{F000ED19-4444-46B8-8C9D-6B5FDBE9455C}" sibTransId="{96578814-3267-4BE6-A9AF-6E5023BA98AD}"/>
    <dgm:cxn modelId="{7ACFFF84-1C31-4C91-81A8-93C54E828CDC}" srcId="{00F924B4-845F-4A2B-945A-DC87137D38D9}" destId="{8FE7D261-E67F-40BA-A417-2BDCFAEB9828}" srcOrd="2" destOrd="0" parTransId="{721F749B-E802-49FB-82F2-1E61DF1B8196}" sibTransId="{1B70E3DD-051E-4D1F-8D43-2B932E02173F}"/>
    <dgm:cxn modelId="{6CCE7D88-EF63-4B43-8B77-0CE1457BA2DF}" type="presOf" srcId="{DEFE8964-A97C-4515-AE15-9872AC11953F}" destId="{9318839A-4CE3-49A2-A759-270046951739}" srcOrd="1" destOrd="2" presId="urn:microsoft.com/office/officeart/2005/8/layout/matrix1"/>
    <dgm:cxn modelId="{833DAE89-A47A-4C78-99DA-6D14FE13D19F}" type="presOf" srcId="{77BBCAFE-B885-4886-98DB-343E9CAA99B9}" destId="{37849056-7FB4-42E4-B99F-AA1000BF3A8E}" srcOrd="0" destOrd="2" presId="urn:microsoft.com/office/officeart/2005/8/layout/matrix1"/>
    <dgm:cxn modelId="{C487FC8E-1120-45C4-BDCB-070A2B5056D8}" type="presOf" srcId="{AD83820E-996F-4993-98A2-9E09BBA8C5E0}" destId="{CC570E24-A69A-49EB-990B-D966106EFC98}" srcOrd="0" destOrd="3" presId="urn:microsoft.com/office/officeart/2005/8/layout/matrix1"/>
    <dgm:cxn modelId="{F5153A91-6B37-4B98-90C2-F324765CF7C8}" type="presOf" srcId="{C3CB75BC-CF90-4A5E-92F5-4D7B5DBC8A79}" destId="{51754931-E882-4331-8728-8F9D53F0FA67}" srcOrd="1" destOrd="1" presId="urn:microsoft.com/office/officeart/2005/8/layout/matrix1"/>
    <dgm:cxn modelId="{9B35F392-2D27-4D2F-A318-4B4406951C31}" type="presOf" srcId="{74ABF524-DE20-4612-A8DE-92BC4A018103}" destId="{EF7357A7-5C42-435F-A8A1-1BD10BA7C040}" srcOrd="1" destOrd="1" presId="urn:microsoft.com/office/officeart/2005/8/layout/matrix1"/>
    <dgm:cxn modelId="{C9B71E95-2A80-459E-8439-FAA95BC5D0E6}" type="presOf" srcId="{A5296AC6-5BD6-44DE-8FAA-5BBDBBEFC686}" destId="{9318839A-4CE3-49A2-A759-270046951739}" srcOrd="1" destOrd="1" presId="urn:microsoft.com/office/officeart/2005/8/layout/matrix1"/>
    <dgm:cxn modelId="{A41C1196-55B4-4C9E-B588-3A49CEC94635}" srcId="{CABAADD6-3DBE-4BF0-9E94-309D677A999E}" destId="{C6559EF1-C5A0-426C-B42C-736C74025FAF}" srcOrd="2" destOrd="0" parTransId="{52E3D3CF-4501-4B20-AE6F-4A3FDA6A02F6}" sibTransId="{608BA94C-A85A-4D68-800A-260D79B4321B}"/>
    <dgm:cxn modelId="{FF641B97-2C3F-4941-82C4-650030E84264}" srcId="{3AC9EA66-E168-4239-9CB6-6CE3C63D3119}" destId="{F0955389-D7F3-4F81-BC95-7D65FB0FA0CB}" srcOrd="4" destOrd="0" parTransId="{3F9F3F9E-9859-4A23-978E-68AB627D6384}" sibTransId="{D3653FBC-B51A-4403-8446-FA2D50B4CD19}"/>
    <dgm:cxn modelId="{CB378197-F9D0-442D-95FE-AD966DD309DB}" type="presOf" srcId="{62B10CA0-3BEF-4AF4-BFFB-198D0001DEA5}" destId="{9318839A-4CE3-49A2-A759-270046951739}" srcOrd="1" destOrd="7" presId="urn:microsoft.com/office/officeart/2005/8/layout/matrix1"/>
    <dgm:cxn modelId="{7234B49E-4D29-4DB1-8CC1-C26E235071F0}" srcId="{C6559EF1-C5A0-426C-B42C-736C74025FAF}" destId="{DAC6889C-FDFB-4DC5-B9A9-754A5BB0EF6D}" srcOrd="2" destOrd="0" parTransId="{7CB312F3-F15D-4D65-A6F5-34BB02AB3E81}" sibTransId="{A7F86453-0BD1-4F6A-87FC-71F2399F200A}"/>
    <dgm:cxn modelId="{A48901A0-E583-4628-915D-C185786C21DF}" srcId="{00F924B4-845F-4A2B-945A-DC87137D38D9}" destId="{8ED9DC8A-5090-49FE-905B-4ED980A7D125}" srcOrd="6" destOrd="0" parTransId="{1FCF4674-08B7-4265-88B6-4F893BC98FD9}" sibTransId="{376C1AC3-3D73-46A2-9B25-CF0A4C2DF803}"/>
    <dgm:cxn modelId="{3CA85BA1-7D52-4E42-99A4-821E7F5B7FC3}" type="presOf" srcId="{5B30D7FD-02E2-4D6F-B6C5-D9BAEED7A1FF}" destId="{51754931-E882-4331-8728-8F9D53F0FA67}" srcOrd="1" destOrd="5" presId="urn:microsoft.com/office/officeart/2005/8/layout/matrix1"/>
    <dgm:cxn modelId="{F2879DA2-25C6-4BFE-853F-D9592DBE10E5}" srcId="{C6559EF1-C5A0-426C-B42C-736C74025FAF}" destId="{88E58DD5-C97A-4838-A3EE-9EB9475B3797}" srcOrd="6" destOrd="0" parTransId="{6AD8F75F-7608-46E8-B754-7968BD333256}" sibTransId="{3AB11679-03E4-4F29-AB1B-E84B92200A5D}"/>
    <dgm:cxn modelId="{1BFD4BA9-71F8-4023-A57F-6CE9D4AB5320}" type="presOf" srcId="{06BCD568-9BA2-4571-8F1F-D44CB4783D72}" destId="{3F0E2E0A-ACF8-417A-A69F-4E7560520FF5}" srcOrd="0" destOrd="4" presId="urn:microsoft.com/office/officeart/2005/8/layout/matrix1"/>
    <dgm:cxn modelId="{F007D2AA-3D9F-4B1E-9D6F-4E739E9A05C5}" type="presOf" srcId="{70BFCE67-4B2D-4B16-BF3C-7BFD2B101822}" destId="{CC570E24-A69A-49EB-990B-D966106EFC98}" srcOrd="0" destOrd="4" presId="urn:microsoft.com/office/officeart/2005/8/layout/matrix1"/>
    <dgm:cxn modelId="{EE59D8AC-F521-442D-A4CA-CA32535248B2}" type="presOf" srcId="{F0955389-D7F3-4F81-BC95-7D65FB0FA0CB}" destId="{3F0E2E0A-ACF8-417A-A69F-4E7560520FF5}" srcOrd="0" destOrd="5" presId="urn:microsoft.com/office/officeart/2005/8/layout/matrix1"/>
    <dgm:cxn modelId="{6DC843AD-8ECD-47AC-802F-BF499B4E7767}" type="presOf" srcId="{7CB4D3D8-8BDA-48C2-87DF-CE9855DCB13A}" destId="{37849056-7FB4-42E4-B99F-AA1000BF3A8E}" srcOrd="0" destOrd="4" presId="urn:microsoft.com/office/officeart/2005/8/layout/matrix1"/>
    <dgm:cxn modelId="{9BD312AF-0486-43E2-9293-4A726919383D}" srcId="{C6559EF1-C5A0-426C-B42C-736C74025FAF}" destId="{3EEE9FFF-C4A4-4D30-95B1-04A7975AE35E}" srcOrd="5" destOrd="0" parTransId="{57F18BD0-E9A1-475B-A2B9-A5547B246DCF}" sibTransId="{995DD2DE-5EB4-4661-9352-3E430C7DC024}"/>
    <dgm:cxn modelId="{4AB815AF-1A99-4049-B413-455519BAF960}" type="presOf" srcId="{2650B522-D9DB-467C-B825-30BA1B2E5F56}" destId="{EF7357A7-5C42-435F-A8A1-1BD10BA7C040}" srcOrd="1" destOrd="5" presId="urn:microsoft.com/office/officeart/2005/8/layout/matrix1"/>
    <dgm:cxn modelId="{76205DB3-AF0A-4237-A01C-D1EFA2E45B6C}" type="presOf" srcId="{62B10CA0-3BEF-4AF4-BFFB-198D0001DEA5}" destId="{CC570E24-A69A-49EB-990B-D966106EFC98}" srcOrd="0" destOrd="7" presId="urn:microsoft.com/office/officeart/2005/8/layout/matrix1"/>
    <dgm:cxn modelId="{97914FB5-6DF0-4EDE-A4CE-80CB5AA29722}" type="presOf" srcId="{07CB4EAC-16D6-4CFE-8AD6-0DA264B93D92}" destId="{D5FB87F3-4417-4A65-85C7-BBA974B404CB}" srcOrd="1" destOrd="2" presId="urn:microsoft.com/office/officeart/2005/8/layout/matrix1"/>
    <dgm:cxn modelId="{E2794FB6-CC0C-442F-BAAD-7F64D41C9863}" type="presOf" srcId="{A27C9F73-4D42-4EA0-998B-1F29A29803EA}" destId="{51754931-E882-4331-8728-8F9D53F0FA67}" srcOrd="1" destOrd="6" presId="urn:microsoft.com/office/officeart/2005/8/layout/matrix1"/>
    <dgm:cxn modelId="{8D48DDB7-76F3-48AB-AD62-E856567FDA1F}" type="presOf" srcId="{14055387-6F39-4B4C-934F-467AB7A83763}" destId="{9318839A-4CE3-49A2-A759-270046951739}" srcOrd="1" destOrd="0" presId="urn:microsoft.com/office/officeart/2005/8/layout/matrix1"/>
    <dgm:cxn modelId="{C82E0FBC-8943-4398-8F60-EB8DA7F90FFF}" type="presOf" srcId="{70BFCE67-4B2D-4B16-BF3C-7BFD2B101822}" destId="{9318839A-4CE3-49A2-A759-270046951739}" srcOrd="1" destOrd="4" presId="urn:microsoft.com/office/officeart/2005/8/layout/matrix1"/>
    <dgm:cxn modelId="{73E6ABBE-1E8E-4B59-AD60-0B56F5BD0B55}" srcId="{CABAADD6-3DBE-4BF0-9E94-309D677A999E}" destId="{3AC9EA66-E168-4239-9CB6-6CE3C63D3119}" srcOrd="0" destOrd="0" parTransId="{3CECFA63-CE28-4BF0-8394-0FDDFBB2DE29}" sibTransId="{BB68C441-F214-4C74-B9F8-944661257AEA}"/>
    <dgm:cxn modelId="{93AEC2BF-4212-4F17-9C46-86C8D8387B3E}" type="presOf" srcId="{77BBCAFE-B885-4886-98DB-343E9CAA99B9}" destId="{51754931-E882-4331-8728-8F9D53F0FA67}" srcOrd="1" destOrd="2" presId="urn:microsoft.com/office/officeart/2005/8/layout/matrix1"/>
    <dgm:cxn modelId="{CE6C48C0-3717-45B8-A8E6-414D93F3BC2C}" type="presOf" srcId="{14055387-6F39-4B4C-934F-467AB7A83763}" destId="{CC570E24-A69A-49EB-990B-D966106EFC98}" srcOrd="0" destOrd="0" presId="urn:microsoft.com/office/officeart/2005/8/layout/matrix1"/>
    <dgm:cxn modelId="{2736F5C2-563E-4832-AD1D-445881F1DF98}" srcId="{3AC9EA66-E168-4239-9CB6-6CE3C63D3119}" destId="{E3238611-49CC-4B83-91C2-0DAFD74448BF}" srcOrd="2" destOrd="0" parTransId="{77577018-87F3-44E8-A7E5-464CBE24C55A}" sibTransId="{781985B2-C3E1-47EB-8D0D-3A7C0FC92B1C}"/>
    <dgm:cxn modelId="{68411BC9-6DF6-4265-9A8C-7953D2427B6C}" srcId="{3AC9EA66-E168-4239-9CB6-6CE3C63D3119}" destId="{06BCD568-9BA2-4571-8F1F-D44CB4783D72}" srcOrd="3" destOrd="0" parTransId="{A8457CFB-1A0A-4455-B177-AD432355415C}" sibTransId="{3C920545-F1EE-4A24-91B6-51E5D1F0666E}"/>
    <dgm:cxn modelId="{DCC68ECF-BF68-4C0B-A99A-44B75A508C22}" type="presOf" srcId="{00F924B4-845F-4A2B-945A-DC87137D38D9}" destId="{37849056-7FB4-42E4-B99F-AA1000BF3A8E}" srcOrd="0" destOrd="0" presId="urn:microsoft.com/office/officeart/2005/8/layout/matrix1"/>
    <dgm:cxn modelId="{8A222DD0-72E0-4A26-899D-5EC53E0D6E09}" type="presOf" srcId="{930D9638-7054-42A8-8885-650F72E4672B}" destId="{CC570E24-A69A-49EB-990B-D966106EFC98}" srcOrd="0" destOrd="5" presId="urn:microsoft.com/office/officeart/2005/8/layout/matrix1"/>
    <dgm:cxn modelId="{29414AD0-A323-4981-B191-0CD475EA8B4F}" type="presOf" srcId="{8C2840CC-1A5C-489A-9B84-768AECDDBE7F}" destId="{A72E630C-9C0A-47EF-8EE8-C6978D1A1574}" srcOrd="0" destOrd="2" presId="urn:microsoft.com/office/officeart/2005/8/layout/matrix1"/>
    <dgm:cxn modelId="{8869D0D2-A8CC-4689-A209-6D179B3745E5}" type="presOf" srcId="{3EEE9FFF-C4A4-4D30-95B1-04A7975AE35E}" destId="{A72E630C-9C0A-47EF-8EE8-C6978D1A1574}" srcOrd="0" destOrd="6" presId="urn:microsoft.com/office/officeart/2005/8/layout/matrix1"/>
    <dgm:cxn modelId="{F90E66D3-8451-42B4-9B45-F69C3D1E342A}" srcId="{00F924B4-845F-4A2B-945A-DC87137D38D9}" destId="{D963B4BB-5609-4D2A-BF83-6E1FC049593F}" srcOrd="7" destOrd="0" parTransId="{58E52D3C-6ECE-45D7-8125-C6040AF3D3CC}" sibTransId="{066533CD-5347-4045-A60F-7BF0C4584B83}"/>
    <dgm:cxn modelId="{1C2405D5-DA14-423D-84DB-FD32D98ED8B3}" srcId="{00F924B4-845F-4A2B-945A-DC87137D38D9}" destId="{5B30D7FD-02E2-4D6F-B6C5-D9BAEED7A1FF}" srcOrd="4" destOrd="0" parTransId="{571058C6-447F-4792-A853-2692D718FE00}" sibTransId="{77A0CFC3-F5E4-4B20-A017-BC9AFAD8310C}"/>
    <dgm:cxn modelId="{D15A5ED6-CDC0-4A60-97F4-574BF159B804}" type="presOf" srcId="{C6559EF1-C5A0-426C-B42C-736C74025FAF}" destId="{A72E630C-9C0A-47EF-8EE8-C6978D1A1574}" srcOrd="0" destOrd="0" presId="urn:microsoft.com/office/officeart/2005/8/layout/matrix1"/>
    <dgm:cxn modelId="{776812DF-40D7-46C9-AC04-6CC83031727C}" srcId="{C6559EF1-C5A0-426C-B42C-736C74025FAF}" destId="{2650B522-D9DB-467C-B825-30BA1B2E5F56}" srcOrd="4" destOrd="0" parTransId="{36E979E8-0CC6-4D7F-AE33-D9BF91E0D53C}" sibTransId="{CCD890AA-90AE-4343-9937-177510709383}"/>
    <dgm:cxn modelId="{245C28E5-D926-4A44-9857-5B805BFEA4F8}" type="presOf" srcId="{7F171D2A-ACAD-48C8-ACC7-F9E9444F8BF7}" destId="{EF7357A7-5C42-435F-A8A1-1BD10BA7C040}" srcOrd="1" destOrd="4" presId="urn:microsoft.com/office/officeart/2005/8/layout/matrix1"/>
    <dgm:cxn modelId="{923A6AE5-7598-4FA6-8D2F-CAF32B6DF691}" srcId="{14055387-6F39-4B4C-934F-467AB7A83763}" destId="{70BFCE67-4B2D-4B16-BF3C-7BFD2B101822}" srcOrd="3" destOrd="0" parTransId="{B9EADCD3-266E-4285-8E99-A6D54F03EDCD}" sibTransId="{6AE249DD-21DA-43DB-B0ED-3F651E326E81}"/>
    <dgm:cxn modelId="{07A802E6-F392-4844-949F-BC4D2133D561}" type="presOf" srcId="{5B30D7FD-02E2-4D6F-B6C5-D9BAEED7A1FF}" destId="{37849056-7FB4-42E4-B99F-AA1000BF3A8E}" srcOrd="0" destOrd="5" presId="urn:microsoft.com/office/officeart/2005/8/layout/matrix1"/>
    <dgm:cxn modelId="{FFF93DE6-2A46-4F3C-A097-E5CF81ADA08B}" srcId="{00F924B4-845F-4A2B-945A-DC87137D38D9}" destId="{77BBCAFE-B885-4886-98DB-343E9CAA99B9}" srcOrd="1" destOrd="0" parTransId="{4F5B4269-CED2-47BC-90F3-69A003ED91EF}" sibTransId="{87C95D8E-6678-415F-950D-8381B89F2C8D}"/>
    <dgm:cxn modelId="{BA01C6E7-DBE1-4F2D-94FF-E5AAA865EB61}" type="presOf" srcId="{3EEE9FFF-C4A4-4D30-95B1-04A7975AE35E}" destId="{EF7357A7-5C42-435F-A8A1-1BD10BA7C040}" srcOrd="1" destOrd="6" presId="urn:microsoft.com/office/officeart/2005/8/layout/matrix1"/>
    <dgm:cxn modelId="{2F250CEB-353C-41DE-9801-50C964D950B4}" type="presOf" srcId="{C3CB75BC-CF90-4A5E-92F5-4D7B5DBC8A79}" destId="{37849056-7FB4-42E4-B99F-AA1000BF3A8E}" srcOrd="0" destOrd="1" presId="urn:microsoft.com/office/officeart/2005/8/layout/matrix1"/>
    <dgm:cxn modelId="{086325F1-D4C5-40F7-8D40-D4B8A8E399F6}" type="presOf" srcId="{6AA78788-CAFA-40A2-B4E0-3CDB34ACFF99}" destId="{A72E630C-9C0A-47EF-8EE8-C6978D1A1574}" srcOrd="0" destOrd="8" presId="urn:microsoft.com/office/officeart/2005/8/layout/matrix1"/>
    <dgm:cxn modelId="{1F0FCFF6-5100-4AC5-A6B3-3979EE202535}" type="presOf" srcId="{F0955389-D7F3-4F81-BC95-7D65FB0FA0CB}" destId="{D5FB87F3-4417-4A65-85C7-BBA974B404CB}" srcOrd="1" destOrd="5" presId="urn:microsoft.com/office/officeart/2005/8/layout/matrix1"/>
    <dgm:cxn modelId="{FCED78F9-319D-4BA3-9CF7-40C41B0D89C0}" type="presOf" srcId="{3AC9EA66-E168-4239-9CB6-6CE3C63D3119}" destId="{D5FB87F3-4417-4A65-85C7-BBA974B404CB}" srcOrd="1" destOrd="0" presId="urn:microsoft.com/office/officeart/2005/8/layout/matrix1"/>
    <dgm:cxn modelId="{9236F8FA-CC90-49FE-B9E2-B30B61D6425F}" type="presOf" srcId="{88E58DD5-C97A-4838-A3EE-9EB9475B3797}" destId="{A72E630C-9C0A-47EF-8EE8-C6978D1A1574}" srcOrd="0" destOrd="7" presId="urn:microsoft.com/office/officeart/2005/8/layout/matrix1"/>
    <dgm:cxn modelId="{3AA968FD-DECD-49C0-9B79-8AC4AC24085D}" type="presOf" srcId="{7CB4D3D8-8BDA-48C2-87DF-CE9855DCB13A}" destId="{51754931-E882-4331-8728-8F9D53F0FA67}" srcOrd="1" destOrd="4" presId="urn:microsoft.com/office/officeart/2005/8/layout/matrix1"/>
    <dgm:cxn modelId="{8F0AD9AF-7A05-40DC-8165-189CAFC13638}" type="presParOf" srcId="{8D395EBD-F682-4B97-9856-B500554B9533}" destId="{D13DED55-ABFF-41CA-BD92-6DBFC7E94670}" srcOrd="0" destOrd="0" presId="urn:microsoft.com/office/officeart/2005/8/layout/matrix1"/>
    <dgm:cxn modelId="{13CF2D0A-6259-422D-A77C-578A3BF25465}" type="presParOf" srcId="{D13DED55-ABFF-41CA-BD92-6DBFC7E94670}" destId="{3F0E2E0A-ACF8-417A-A69F-4E7560520FF5}" srcOrd="0" destOrd="0" presId="urn:microsoft.com/office/officeart/2005/8/layout/matrix1"/>
    <dgm:cxn modelId="{5E01EB86-430E-4B2D-9F5A-C15170DDD5CA}" type="presParOf" srcId="{D13DED55-ABFF-41CA-BD92-6DBFC7E94670}" destId="{D5FB87F3-4417-4A65-85C7-BBA974B404CB}" srcOrd="1" destOrd="0" presId="urn:microsoft.com/office/officeart/2005/8/layout/matrix1"/>
    <dgm:cxn modelId="{BA514E07-C9F4-4F8F-B060-C0D51781F4E3}" type="presParOf" srcId="{D13DED55-ABFF-41CA-BD92-6DBFC7E94670}" destId="{37849056-7FB4-42E4-B99F-AA1000BF3A8E}" srcOrd="2" destOrd="0" presId="urn:microsoft.com/office/officeart/2005/8/layout/matrix1"/>
    <dgm:cxn modelId="{66A444B2-F3B1-42CA-8925-FFE6B5DFDAA4}" type="presParOf" srcId="{D13DED55-ABFF-41CA-BD92-6DBFC7E94670}" destId="{51754931-E882-4331-8728-8F9D53F0FA67}" srcOrd="3" destOrd="0" presId="urn:microsoft.com/office/officeart/2005/8/layout/matrix1"/>
    <dgm:cxn modelId="{9E7AA87F-F1CF-4DBD-9FEF-D71EFE7576E0}" type="presParOf" srcId="{D13DED55-ABFF-41CA-BD92-6DBFC7E94670}" destId="{A72E630C-9C0A-47EF-8EE8-C6978D1A1574}" srcOrd="4" destOrd="0" presId="urn:microsoft.com/office/officeart/2005/8/layout/matrix1"/>
    <dgm:cxn modelId="{8506A163-72B9-4D39-A45B-A7CEA9760EBD}" type="presParOf" srcId="{D13DED55-ABFF-41CA-BD92-6DBFC7E94670}" destId="{EF7357A7-5C42-435F-A8A1-1BD10BA7C040}" srcOrd="5" destOrd="0" presId="urn:microsoft.com/office/officeart/2005/8/layout/matrix1"/>
    <dgm:cxn modelId="{C0146BDF-F614-4CE9-9F97-2DBC8F0B6FD5}" type="presParOf" srcId="{D13DED55-ABFF-41CA-BD92-6DBFC7E94670}" destId="{CC570E24-A69A-49EB-990B-D966106EFC98}" srcOrd="6" destOrd="0" presId="urn:microsoft.com/office/officeart/2005/8/layout/matrix1"/>
    <dgm:cxn modelId="{7D8AEC33-A87D-44ED-8677-08D5D6C52E69}" type="presParOf" srcId="{D13DED55-ABFF-41CA-BD92-6DBFC7E94670}" destId="{9318839A-4CE3-49A2-A759-270046951739}" srcOrd="7" destOrd="0" presId="urn:microsoft.com/office/officeart/2005/8/layout/matrix1"/>
    <dgm:cxn modelId="{61ADE7ED-7CBD-453C-B517-D5E2C5C5BFD2}" type="presParOf" srcId="{8D395EBD-F682-4B97-9856-B500554B9533}" destId="{B80A5EEB-A3F7-4286-B8ED-AFDF56B9E002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0E2E0A-ACF8-417A-A69F-4E7560520FF5}">
      <dsp:nvSpPr>
        <dsp:cNvPr id="0" name=""/>
        <dsp:cNvSpPr/>
      </dsp:nvSpPr>
      <dsp:spPr>
        <a:xfrm rot="16200000">
          <a:off x="652235" y="-656259"/>
          <a:ext cx="4621225" cy="5782408"/>
        </a:xfrm>
        <a:prstGeom prst="round1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Landowner</a:t>
          </a:r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General Project Info</a:t>
          </a:r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Portal to view information from utility</a:t>
          </a:r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Ability to upload information to the Utility</a:t>
          </a:r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Communication/Chat feature</a:t>
          </a:r>
        </a:p>
        <a:p>
          <a:pPr marL="114300" lvl="1" indent="-114300" algn="ju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Negotiation Portal?</a:t>
          </a:r>
        </a:p>
      </dsp:txBody>
      <dsp:txXfrm rot="5400000">
        <a:off x="71644" y="-75669"/>
        <a:ext cx="5782408" cy="3465919"/>
      </dsp:txXfrm>
    </dsp:sp>
    <dsp:sp modelId="{37849056-7FB4-42E4-B99F-AA1000BF3A8E}">
      <dsp:nvSpPr>
        <dsp:cNvPr id="0" name=""/>
        <dsp:cNvSpPr/>
      </dsp:nvSpPr>
      <dsp:spPr>
        <a:xfrm>
          <a:off x="5782408" y="-50244"/>
          <a:ext cx="5782408" cy="4332848"/>
        </a:xfrm>
        <a:prstGeom prst="round1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Land Agent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Parcel/Property Listing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Routing tool/Mapping functions?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Document Repository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Title report analytics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Appraisal analytics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Communication log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Ability to send information to individual landowner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Ability to send batch communications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Project timeline/Project Management Tools</a:t>
          </a:r>
          <a:endParaRPr lang="en-US" sz="1200" kern="1200" dirty="0"/>
        </a:p>
      </dsp:txBody>
      <dsp:txXfrm>
        <a:off x="5782408" y="-50244"/>
        <a:ext cx="5782408" cy="3249636"/>
      </dsp:txXfrm>
    </dsp:sp>
    <dsp:sp modelId="{A72E630C-9C0A-47EF-8EE8-C6978D1A1574}">
      <dsp:nvSpPr>
        <dsp:cNvPr id="0" name=""/>
        <dsp:cNvSpPr/>
      </dsp:nvSpPr>
      <dsp:spPr>
        <a:xfrm rot="10800000">
          <a:off x="30184" y="2862240"/>
          <a:ext cx="5782408" cy="3843494"/>
        </a:xfrm>
        <a:prstGeom prst="round1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In-House Counsel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(Can also view anything done by Outside Counsel)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Database of Parcels with status, identification of counsel, service contacts, target construction date, estimated eminent domain deadlines (based on target construction date), jurisdiction, litigation/settlement stages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Template generator (IOL/FOL/Easements)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Negotiation Portal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Document Repository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Expert Database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Title report analyzer (for the purpose of identifying lienholders)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Ability to export packet for litigation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Budget tracking/Utilization</a:t>
          </a:r>
        </a:p>
      </dsp:txBody>
      <dsp:txXfrm rot="10800000">
        <a:off x="30184" y="3823114"/>
        <a:ext cx="5782408" cy="2882620"/>
      </dsp:txXfrm>
    </dsp:sp>
    <dsp:sp modelId="{CC570E24-A69A-49EB-990B-D966106EFC98}">
      <dsp:nvSpPr>
        <dsp:cNvPr id="0" name=""/>
        <dsp:cNvSpPr/>
      </dsp:nvSpPr>
      <dsp:spPr>
        <a:xfrm rot="5400000">
          <a:off x="6751864" y="1892822"/>
          <a:ext cx="3843494" cy="5782408"/>
        </a:xfrm>
        <a:prstGeom prst="round1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Outside Counsel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(Once permissions given by client)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Document Repository (Upload to Client)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Ability to update litigation status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Ability to download / view information for parcels that need to head to condemnation (including contact log, title report info, appraisal, FOL, and evidence of delivery)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Initial case initiation template generator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Template/client approval portal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Case deadline calendar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Ability to input budget estimation</a:t>
          </a:r>
        </a:p>
      </dsp:txBody>
      <dsp:txXfrm rot="-5400000">
        <a:off x="5782407" y="3823153"/>
        <a:ext cx="5782408" cy="2882620"/>
      </dsp:txXfrm>
    </dsp:sp>
    <dsp:sp modelId="{B80A5EEB-A3F7-4286-B8ED-AFDF56B9E002}">
      <dsp:nvSpPr>
        <dsp:cNvPr id="0" name=""/>
        <dsp:cNvSpPr/>
      </dsp:nvSpPr>
      <dsp:spPr>
        <a:xfrm>
          <a:off x="3886946" y="2199324"/>
          <a:ext cx="3469444" cy="1921747"/>
        </a:xfrm>
        <a:prstGeom prst="roundRect">
          <a:avLst/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Interfaces</a:t>
          </a:r>
        </a:p>
      </dsp:txBody>
      <dsp:txXfrm>
        <a:off x="3980758" y="2293136"/>
        <a:ext cx="3281820" cy="17341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717E7-C2A6-AE1C-05F3-CEB6ADE6DB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AD891-A6FB-6D9A-98B5-DC2CB4F59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4AC34-4A33-63F8-58D9-997B7E92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96068-2F2D-4E47-9F3C-648E3FDD738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2F0700-7075-661D-D53D-719B0CAF7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EA35A-39C9-C4A0-2C91-1E7C8347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22034-3B49-48A2-8E1D-2CCEDD15B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73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A78B4-4C55-7B41-E519-3B41A8940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8155F-E012-8138-9BF0-590BD6F65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1BC52-82EB-6372-590A-9A2910086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96068-2F2D-4E47-9F3C-648E3FDD738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0B0F1-8F37-363A-3AC3-0E8E1364A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FCE94-E250-8A98-51AC-3BCBC85A5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22034-3B49-48A2-8E1D-2CCEDD15B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3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DF57F-EA80-491C-0A42-236BF7DF7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7D5BF-58D1-F672-2EE1-48B035834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4E6C6-9327-D6AA-8B56-6396ECA7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96068-2F2D-4E47-9F3C-648E3FDD738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BE812-A317-C5E9-47A4-80C56622E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FBF36-39BA-38A6-F76F-D10D5AD39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22034-3B49-48A2-8E1D-2CCEDD15B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478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34A5A-928F-23A5-EBCA-0CA5A324F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533DB-A20E-0E7C-1D62-D12E2E6FE1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60D6E-7365-2881-471A-A1A59BB12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B6BC9-DCA5-D3F0-7EFB-2E6D2233F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96068-2F2D-4E47-9F3C-648E3FDD738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D01C46-BA84-927B-4F81-AC2704426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04DC4-FDA9-BAA0-86DF-2553D165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22034-3B49-48A2-8E1D-2CCEDD15B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80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F9E44-9E0E-B273-7103-708D3E787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510C2-7A7D-C937-DD6F-40A6FADF2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A6DA09-805F-A7D8-4075-D0A6BF3B8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0D7884-266A-B4D1-DB1E-617974BED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7A36B-F949-8764-9F6F-8C8A1747C1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312044-1E05-45D3-3356-ED8674CB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96068-2F2D-4E47-9F3C-648E3FDD738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147619-23DF-B30B-7FF7-EF20258DE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54D6AF-24EF-C914-FAD4-0261831E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22034-3B49-48A2-8E1D-2CCEDD15B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93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364A-F44F-59CA-4E9F-670AB2422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5988BC-C25A-0F40-078B-C59E3D212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96068-2F2D-4E47-9F3C-648E3FDD738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2FACC-CEAF-77DA-7E13-837BD8D1E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8D1B58-DD68-10A0-1662-A01551853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22034-3B49-48A2-8E1D-2CCEDD15B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2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A5A046-8652-B1FB-0989-6D6F5DC54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96068-2F2D-4E47-9F3C-648E3FDD738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28568-BD4D-A03C-6C6A-85057C87D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41438-65A5-31EA-7F73-7F3F4DFEE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22034-3B49-48A2-8E1D-2CCEDD15B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38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70F04-A2FE-29D7-6148-82A3E84E5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D5696-A80D-F452-3D97-37DF980D2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1DF73-88CF-C026-8B8C-8D02E7B7E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76513-2674-DB30-5E16-39A85224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96068-2F2D-4E47-9F3C-648E3FDD738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5D14CA-EC0B-CFFD-2407-6D299F03C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78BA5-7F41-5652-234A-AD3769799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22034-3B49-48A2-8E1D-2CCEDD15B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7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FD08D-BFBF-0B45-5031-AA8066878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8BE0F1-194B-9ABE-24CB-9F96BCBE78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C6081A-24FA-DDD4-96C2-583F2EB53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EB3DF-F2C4-DBCA-4492-359878653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96068-2F2D-4E47-9F3C-648E3FDD738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1550D-1DED-F6F1-DF51-FFBBA216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65517-231E-3CA5-C3CF-2F1E6D41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22034-3B49-48A2-8E1D-2CCEDD15B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66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794D-35BC-E5AC-8FB7-2D7B0E9E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9E56B-78BD-628E-370D-58A5F0F76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4AC6A-F5D1-5F50-B9B5-99CC3FE4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96068-2F2D-4E47-9F3C-648E3FDD738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71469-DFCE-F168-474B-D97EF9C0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95305-A769-3800-5BEA-000BDF4E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22034-3B49-48A2-8E1D-2CCEDD15B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80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0ACDD5-CBE8-DF92-22C5-C79BE8305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14E4EA-22FA-0B52-6391-2F5E62E72E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EB3A5-57A4-9786-8EAF-A955A0641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96068-2F2D-4E47-9F3C-648E3FDD738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0C82F-3840-6EC4-7784-1B71DC2C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FF668-19BA-D1BB-4BC3-011E2AA03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22034-3B49-48A2-8E1D-2CCEDD15B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0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C4F8E7-54F6-D079-46DD-ECE51FB40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38E62-4AF2-5491-2B97-5575E7564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9A338-32B2-D02E-D0E9-D71A0C98FA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96068-2F2D-4E47-9F3C-648E3FDD7382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E82628-3782-C55F-E3E7-7E031B493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F6DA6-0715-9219-1B56-DBB6E2C30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422034-3B49-48A2-8E1D-2CCEDD15B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21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A1F8367-7878-3B55-D154-489400C4D2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953258"/>
              </p:ext>
            </p:extLst>
          </p:nvPr>
        </p:nvGraphicFramePr>
        <p:xfrm>
          <a:off x="-612948" y="160773"/>
          <a:ext cx="11564816" cy="7686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5796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Barrs, Alicia - SCC1</dc:creator>
  <cp:lastModifiedBy>Barrs, Alicia - SCC1</cp:lastModifiedBy>
  <cp:revision>1</cp:revision>
  <dcterms:created xsi:type="dcterms:W3CDTF">2025-11-19T14:26:46Z</dcterms:created>
  <dcterms:modified xsi:type="dcterms:W3CDTF">2025-11-19T15:29:53Z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2025-11-19T15:29:52Z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917a824d-3d00-4a88-88ce-e25d97e21000</vt:lpwstr>
  </property>
  <property fmtid="{D5CDD505-2E9C-101B-9397-08002B2CF9AE}" pid="7" name="MSIP_Label_defa4170-0d19-0005-0004-bc88714345d2_ActionId">
    <vt:lpwstr>51d3d439-0b1e-40d8-b3b8-3fb56053d5d8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